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4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5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notesSlides/notesSlide16.xml" ContentType="application/vnd.openxmlformats-officedocument.presentationml.notesSlid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notesSlides/notesSlide17.xml" ContentType="application/vnd.openxmlformats-officedocument.presentationml.notesSlid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8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22"/>
  </p:notesMasterIdLst>
  <p:sldIdLst>
    <p:sldId id="256" r:id="rId2"/>
    <p:sldId id="268" r:id="rId3"/>
    <p:sldId id="269" r:id="rId4"/>
    <p:sldId id="271" r:id="rId5"/>
    <p:sldId id="273" r:id="rId6"/>
    <p:sldId id="274" r:id="rId7"/>
    <p:sldId id="275" r:id="rId8"/>
    <p:sldId id="276" r:id="rId9"/>
    <p:sldId id="257" r:id="rId10"/>
    <p:sldId id="259" r:id="rId11"/>
    <p:sldId id="278" r:id="rId12"/>
    <p:sldId id="277" r:id="rId13"/>
    <p:sldId id="260" r:id="rId14"/>
    <p:sldId id="261" r:id="rId15"/>
    <p:sldId id="262" r:id="rId16"/>
    <p:sldId id="263" r:id="rId17"/>
    <p:sldId id="264" r:id="rId18"/>
    <p:sldId id="265" r:id="rId19"/>
    <p:sldId id="266" r:id="rId20"/>
    <p:sldId id="279" r:id="rId21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33"/>
    <a:srgbClr val="FFCC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9" d="100"/>
          <a:sy n="129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12644;&#12644;&#12644;\sem4\&#1053;&#1072;&#1091;&#1095;&#1085;&#1072;&#1103;\Dataset\statistics%20-%20Copy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12644;&#12644;&#12644;\sem4\&#1053;&#1072;&#1091;&#1095;&#1085;&#1072;&#1103;\Dataset\statistics%20-%20Copy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12644;&#12644;&#12644;\sem4\&#1053;&#1072;&#1091;&#1095;&#1085;&#1072;&#1103;\Dataset\statistics%20-%20Copy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12644;&#12644;&#12644;\sem4\&#1053;&#1072;&#1091;&#1095;&#1085;&#1072;&#1103;\Dataset\statistics%20-%20Copy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12644;&#12644;&#12644;\sem4\&#1053;&#1072;&#1091;&#1095;&#1085;&#1072;&#1103;\Dataset\statistics%20-%20Copy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dministrator\Desktop\&#12644;&#12644;&#12644;\sem4\&#1053;&#1072;&#1091;&#1095;&#1085;&#1072;&#1103;\Dataset\statistics%20-%20Copy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Прирост ячеек </a:t>
            </a:r>
            <a:r>
              <a:rPr lang="en-US"/>
              <a:t>KV</a:t>
            </a:r>
            <a:r>
              <a:rPr lang="ru-RU"/>
              <a:t>кэша от длинны промта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Sheet1!$AB$1</c:f>
              <c:strCache>
                <c:ptCount val="1"/>
                <c:pt idx="0">
                  <c:v>PrirostKV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tx1"/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Sheet1!$AB$2:$AB$421</c:f>
              <c:numCache>
                <c:formatCode>General</c:formatCode>
                <c:ptCount val="420"/>
                <c:pt idx="0">
                  <c:v>6171</c:v>
                </c:pt>
                <c:pt idx="1">
                  <c:v>827</c:v>
                </c:pt>
                <c:pt idx="2">
                  <c:v>803</c:v>
                </c:pt>
                <c:pt idx="3">
                  <c:v>831</c:v>
                </c:pt>
                <c:pt idx="4">
                  <c:v>3561</c:v>
                </c:pt>
                <c:pt idx="5">
                  <c:v>1739</c:v>
                </c:pt>
                <c:pt idx="6">
                  <c:v>1247</c:v>
                </c:pt>
                <c:pt idx="7">
                  <c:v>3699</c:v>
                </c:pt>
                <c:pt idx="8">
                  <c:v>1815</c:v>
                </c:pt>
                <c:pt idx="9">
                  <c:v>2766</c:v>
                </c:pt>
                <c:pt idx="10">
                  <c:v>1599</c:v>
                </c:pt>
                <c:pt idx="11">
                  <c:v>4950</c:v>
                </c:pt>
                <c:pt idx="12">
                  <c:v>1559</c:v>
                </c:pt>
                <c:pt idx="13">
                  <c:v>8647</c:v>
                </c:pt>
                <c:pt idx="14">
                  <c:v>1649</c:v>
                </c:pt>
                <c:pt idx="15">
                  <c:v>2783</c:v>
                </c:pt>
                <c:pt idx="16">
                  <c:v>2071</c:v>
                </c:pt>
                <c:pt idx="17">
                  <c:v>7487</c:v>
                </c:pt>
                <c:pt idx="18">
                  <c:v>2118</c:v>
                </c:pt>
                <c:pt idx="19">
                  <c:v>3258</c:v>
                </c:pt>
                <c:pt idx="20">
                  <c:v>2353</c:v>
                </c:pt>
                <c:pt idx="21">
                  <c:v>9151</c:v>
                </c:pt>
                <c:pt idx="22">
                  <c:v>3248</c:v>
                </c:pt>
                <c:pt idx="23">
                  <c:v>6665</c:v>
                </c:pt>
                <c:pt idx="24">
                  <c:v>2632</c:v>
                </c:pt>
                <c:pt idx="25">
                  <c:v>2419</c:v>
                </c:pt>
                <c:pt idx="26">
                  <c:v>2602</c:v>
                </c:pt>
                <c:pt idx="27">
                  <c:v>3167</c:v>
                </c:pt>
                <c:pt idx="28">
                  <c:v>2683</c:v>
                </c:pt>
                <c:pt idx="29">
                  <c:v>4259</c:v>
                </c:pt>
                <c:pt idx="30">
                  <c:v>3225</c:v>
                </c:pt>
                <c:pt idx="31">
                  <c:v>3512</c:v>
                </c:pt>
                <c:pt idx="32">
                  <c:v>702</c:v>
                </c:pt>
                <c:pt idx="33">
                  <c:v>2354</c:v>
                </c:pt>
                <c:pt idx="34">
                  <c:v>1143</c:v>
                </c:pt>
                <c:pt idx="35">
                  <c:v>2284</c:v>
                </c:pt>
                <c:pt idx="36">
                  <c:v>1464</c:v>
                </c:pt>
                <c:pt idx="37">
                  <c:v>5126</c:v>
                </c:pt>
                <c:pt idx="38">
                  <c:v>1754</c:v>
                </c:pt>
                <c:pt idx="39">
                  <c:v>4289</c:v>
                </c:pt>
                <c:pt idx="40">
                  <c:v>2448</c:v>
                </c:pt>
                <c:pt idx="41">
                  <c:v>2553</c:v>
                </c:pt>
                <c:pt idx="42">
                  <c:v>2085</c:v>
                </c:pt>
                <c:pt idx="43">
                  <c:v>7741</c:v>
                </c:pt>
                <c:pt idx="44">
                  <c:v>3389</c:v>
                </c:pt>
                <c:pt idx="45">
                  <c:v>2997</c:v>
                </c:pt>
                <c:pt idx="46">
                  <c:v>1856</c:v>
                </c:pt>
                <c:pt idx="47">
                  <c:v>3562</c:v>
                </c:pt>
                <c:pt idx="48">
                  <c:v>2151</c:v>
                </c:pt>
                <c:pt idx="49">
                  <c:v>2516</c:v>
                </c:pt>
                <c:pt idx="50">
                  <c:v>2088</c:v>
                </c:pt>
                <c:pt idx="51">
                  <c:v>4034</c:v>
                </c:pt>
                <c:pt idx="52">
                  <c:v>2391</c:v>
                </c:pt>
                <c:pt idx="53">
                  <c:v>7408</c:v>
                </c:pt>
                <c:pt idx="54">
                  <c:v>2929</c:v>
                </c:pt>
                <c:pt idx="55">
                  <c:v>3348</c:v>
                </c:pt>
                <c:pt idx="56">
                  <c:v>2453</c:v>
                </c:pt>
                <c:pt idx="57">
                  <c:v>4230</c:v>
                </c:pt>
                <c:pt idx="58">
                  <c:v>2414</c:v>
                </c:pt>
                <c:pt idx="59">
                  <c:v>11782</c:v>
                </c:pt>
                <c:pt idx="60">
                  <c:v>4174</c:v>
                </c:pt>
                <c:pt idx="61">
                  <c:v>2565</c:v>
                </c:pt>
                <c:pt idx="62">
                  <c:v>2585</c:v>
                </c:pt>
                <c:pt idx="63">
                  <c:v>3495</c:v>
                </c:pt>
                <c:pt idx="64">
                  <c:v>2700</c:v>
                </c:pt>
                <c:pt idx="65">
                  <c:v>2755</c:v>
                </c:pt>
                <c:pt idx="66">
                  <c:v>2516</c:v>
                </c:pt>
                <c:pt idx="67">
                  <c:v>3537</c:v>
                </c:pt>
                <c:pt idx="68">
                  <c:v>2574</c:v>
                </c:pt>
                <c:pt idx="69">
                  <c:v>3792</c:v>
                </c:pt>
                <c:pt idx="70">
                  <c:v>2677</c:v>
                </c:pt>
                <c:pt idx="71">
                  <c:v>620</c:v>
                </c:pt>
                <c:pt idx="72">
                  <c:v>258</c:v>
                </c:pt>
                <c:pt idx="73">
                  <c:v>1458</c:v>
                </c:pt>
                <c:pt idx="74">
                  <c:v>629</c:v>
                </c:pt>
                <c:pt idx="75">
                  <c:v>5968</c:v>
                </c:pt>
                <c:pt idx="76">
                  <c:v>438</c:v>
                </c:pt>
                <c:pt idx="77">
                  <c:v>756</c:v>
                </c:pt>
                <c:pt idx="78">
                  <c:v>476</c:v>
                </c:pt>
                <c:pt idx="79">
                  <c:v>1884</c:v>
                </c:pt>
                <c:pt idx="80">
                  <c:v>665</c:v>
                </c:pt>
                <c:pt idx="81">
                  <c:v>6959</c:v>
                </c:pt>
                <c:pt idx="82">
                  <c:v>968</c:v>
                </c:pt>
                <c:pt idx="83">
                  <c:v>362</c:v>
                </c:pt>
                <c:pt idx="84">
                  <c:v>361</c:v>
                </c:pt>
                <c:pt idx="85">
                  <c:v>850</c:v>
                </c:pt>
                <c:pt idx="86">
                  <c:v>687</c:v>
                </c:pt>
                <c:pt idx="87">
                  <c:v>4513</c:v>
                </c:pt>
                <c:pt idx="88">
                  <c:v>1162</c:v>
                </c:pt>
                <c:pt idx="89">
                  <c:v>4915</c:v>
                </c:pt>
                <c:pt idx="90">
                  <c:v>596</c:v>
                </c:pt>
                <c:pt idx="91">
                  <c:v>3728</c:v>
                </c:pt>
                <c:pt idx="92">
                  <c:v>679</c:v>
                </c:pt>
                <c:pt idx="93">
                  <c:v>1668</c:v>
                </c:pt>
                <c:pt idx="94">
                  <c:v>879</c:v>
                </c:pt>
                <c:pt idx="95">
                  <c:v>1336</c:v>
                </c:pt>
                <c:pt idx="96">
                  <c:v>782</c:v>
                </c:pt>
                <c:pt idx="97">
                  <c:v>2941</c:v>
                </c:pt>
                <c:pt idx="98">
                  <c:v>1061</c:v>
                </c:pt>
                <c:pt idx="99">
                  <c:v>2460</c:v>
                </c:pt>
                <c:pt idx="100">
                  <c:v>944</c:v>
                </c:pt>
                <c:pt idx="101">
                  <c:v>23729</c:v>
                </c:pt>
                <c:pt idx="102">
                  <c:v>1644</c:v>
                </c:pt>
                <c:pt idx="103">
                  <c:v>2088</c:v>
                </c:pt>
                <c:pt idx="104">
                  <c:v>425</c:v>
                </c:pt>
                <c:pt idx="105">
                  <c:v>3046</c:v>
                </c:pt>
                <c:pt idx="106">
                  <c:v>488</c:v>
                </c:pt>
                <c:pt idx="107">
                  <c:v>1772</c:v>
                </c:pt>
                <c:pt idx="108">
                  <c:v>510</c:v>
                </c:pt>
                <c:pt idx="109">
                  <c:v>983</c:v>
                </c:pt>
                <c:pt idx="110">
                  <c:v>435</c:v>
                </c:pt>
                <c:pt idx="111">
                  <c:v>6125</c:v>
                </c:pt>
                <c:pt idx="112">
                  <c:v>553</c:v>
                </c:pt>
                <c:pt idx="113">
                  <c:v>41934</c:v>
                </c:pt>
                <c:pt idx="114">
                  <c:v>6116</c:v>
                </c:pt>
                <c:pt idx="115">
                  <c:v>2336</c:v>
                </c:pt>
                <c:pt idx="116">
                  <c:v>193</c:v>
                </c:pt>
                <c:pt idx="117">
                  <c:v>417</c:v>
                </c:pt>
                <c:pt idx="118">
                  <c:v>465</c:v>
                </c:pt>
                <c:pt idx="119">
                  <c:v>661</c:v>
                </c:pt>
                <c:pt idx="120">
                  <c:v>735</c:v>
                </c:pt>
                <c:pt idx="121">
                  <c:v>13282</c:v>
                </c:pt>
                <c:pt idx="122">
                  <c:v>1569</c:v>
                </c:pt>
                <c:pt idx="123">
                  <c:v>729</c:v>
                </c:pt>
                <c:pt idx="124">
                  <c:v>226</c:v>
                </c:pt>
                <c:pt idx="125">
                  <c:v>1235</c:v>
                </c:pt>
                <c:pt idx="126">
                  <c:v>198</c:v>
                </c:pt>
                <c:pt idx="127">
                  <c:v>6735</c:v>
                </c:pt>
                <c:pt idx="128">
                  <c:v>354</c:v>
                </c:pt>
                <c:pt idx="129">
                  <c:v>9113</c:v>
                </c:pt>
                <c:pt idx="130">
                  <c:v>1169</c:v>
                </c:pt>
                <c:pt idx="131">
                  <c:v>4710</c:v>
                </c:pt>
                <c:pt idx="132">
                  <c:v>600</c:v>
                </c:pt>
                <c:pt idx="133">
                  <c:v>12529</c:v>
                </c:pt>
                <c:pt idx="134">
                  <c:v>467</c:v>
                </c:pt>
                <c:pt idx="135">
                  <c:v>17777</c:v>
                </c:pt>
                <c:pt idx="136">
                  <c:v>1017</c:v>
                </c:pt>
                <c:pt idx="137">
                  <c:v>24555</c:v>
                </c:pt>
                <c:pt idx="138">
                  <c:v>881</c:v>
                </c:pt>
                <c:pt idx="139">
                  <c:v>6027</c:v>
                </c:pt>
                <c:pt idx="140">
                  <c:v>1396</c:v>
                </c:pt>
                <c:pt idx="141">
                  <c:v>4206</c:v>
                </c:pt>
                <c:pt idx="142">
                  <c:v>1467</c:v>
                </c:pt>
                <c:pt idx="143">
                  <c:v>2666</c:v>
                </c:pt>
                <c:pt idx="144">
                  <c:v>1819</c:v>
                </c:pt>
                <c:pt idx="145">
                  <c:v>10079</c:v>
                </c:pt>
                <c:pt idx="146">
                  <c:v>1214</c:v>
                </c:pt>
                <c:pt idx="147">
                  <c:v>11102</c:v>
                </c:pt>
                <c:pt idx="148">
                  <c:v>1695</c:v>
                </c:pt>
                <c:pt idx="149">
                  <c:v>9790</c:v>
                </c:pt>
                <c:pt idx="150">
                  <c:v>1197</c:v>
                </c:pt>
                <c:pt idx="151">
                  <c:v>3905</c:v>
                </c:pt>
                <c:pt idx="152">
                  <c:v>1172</c:v>
                </c:pt>
                <c:pt idx="153">
                  <c:v>5406</c:v>
                </c:pt>
                <c:pt idx="154">
                  <c:v>1622</c:v>
                </c:pt>
                <c:pt idx="155">
                  <c:v>2529</c:v>
                </c:pt>
                <c:pt idx="156">
                  <c:v>1634</c:v>
                </c:pt>
                <c:pt idx="157">
                  <c:v>10638</c:v>
                </c:pt>
                <c:pt idx="158">
                  <c:v>2118</c:v>
                </c:pt>
                <c:pt idx="159">
                  <c:v>2533</c:v>
                </c:pt>
                <c:pt idx="160">
                  <c:v>2076</c:v>
                </c:pt>
                <c:pt idx="161">
                  <c:v>18335</c:v>
                </c:pt>
                <c:pt idx="162">
                  <c:v>790</c:v>
                </c:pt>
                <c:pt idx="163">
                  <c:v>11776</c:v>
                </c:pt>
                <c:pt idx="164">
                  <c:v>356</c:v>
                </c:pt>
                <c:pt idx="165">
                  <c:v>4924</c:v>
                </c:pt>
                <c:pt idx="166">
                  <c:v>676</c:v>
                </c:pt>
                <c:pt idx="167">
                  <c:v>1073</c:v>
                </c:pt>
                <c:pt idx="168">
                  <c:v>290</c:v>
                </c:pt>
                <c:pt idx="169">
                  <c:v>9464</c:v>
                </c:pt>
                <c:pt idx="170">
                  <c:v>398</c:v>
                </c:pt>
                <c:pt idx="171">
                  <c:v>12653</c:v>
                </c:pt>
                <c:pt idx="172">
                  <c:v>1809</c:v>
                </c:pt>
                <c:pt idx="173">
                  <c:v>18017</c:v>
                </c:pt>
                <c:pt idx="174">
                  <c:v>8781</c:v>
                </c:pt>
                <c:pt idx="175">
                  <c:v>10586</c:v>
                </c:pt>
                <c:pt idx="176">
                  <c:v>2866</c:v>
                </c:pt>
                <c:pt idx="177">
                  <c:v>3035</c:v>
                </c:pt>
                <c:pt idx="178">
                  <c:v>1222</c:v>
                </c:pt>
                <c:pt idx="179">
                  <c:v>3419</c:v>
                </c:pt>
                <c:pt idx="180">
                  <c:v>1000</c:v>
                </c:pt>
                <c:pt idx="181">
                  <c:v>3452</c:v>
                </c:pt>
                <c:pt idx="182">
                  <c:v>781</c:v>
                </c:pt>
                <c:pt idx="183">
                  <c:v>15528</c:v>
                </c:pt>
                <c:pt idx="184">
                  <c:v>2112</c:v>
                </c:pt>
                <c:pt idx="185">
                  <c:v>1608</c:v>
                </c:pt>
                <c:pt idx="186">
                  <c:v>842</c:v>
                </c:pt>
                <c:pt idx="187">
                  <c:v>5511</c:v>
                </c:pt>
                <c:pt idx="188">
                  <c:v>1380</c:v>
                </c:pt>
                <c:pt idx="189">
                  <c:v>4632</c:v>
                </c:pt>
                <c:pt idx="190">
                  <c:v>1417</c:v>
                </c:pt>
                <c:pt idx="191">
                  <c:v>8880</c:v>
                </c:pt>
                <c:pt idx="192">
                  <c:v>1506</c:v>
                </c:pt>
                <c:pt idx="193">
                  <c:v>4078</c:v>
                </c:pt>
                <c:pt idx="194">
                  <c:v>1677</c:v>
                </c:pt>
                <c:pt idx="195">
                  <c:v>6312</c:v>
                </c:pt>
                <c:pt idx="196">
                  <c:v>1840</c:v>
                </c:pt>
                <c:pt idx="197">
                  <c:v>2602</c:v>
                </c:pt>
                <c:pt idx="198">
                  <c:v>2503</c:v>
                </c:pt>
                <c:pt idx="199">
                  <c:v>10725</c:v>
                </c:pt>
                <c:pt idx="200">
                  <c:v>3669</c:v>
                </c:pt>
                <c:pt idx="201">
                  <c:v>21064</c:v>
                </c:pt>
                <c:pt idx="202">
                  <c:v>2954</c:v>
                </c:pt>
                <c:pt idx="203">
                  <c:v>22600</c:v>
                </c:pt>
                <c:pt idx="204">
                  <c:v>512</c:v>
                </c:pt>
                <c:pt idx="205">
                  <c:v>195</c:v>
                </c:pt>
                <c:pt idx="206">
                  <c:v>937</c:v>
                </c:pt>
                <c:pt idx="207">
                  <c:v>187</c:v>
                </c:pt>
                <c:pt idx="208">
                  <c:v>23844</c:v>
                </c:pt>
                <c:pt idx="209">
                  <c:v>910</c:v>
                </c:pt>
                <c:pt idx="210">
                  <c:v>14022</c:v>
                </c:pt>
                <c:pt idx="211">
                  <c:v>1128</c:v>
                </c:pt>
                <c:pt idx="212">
                  <c:v>8244</c:v>
                </c:pt>
                <c:pt idx="213">
                  <c:v>763</c:v>
                </c:pt>
                <c:pt idx="214">
                  <c:v>13231</c:v>
                </c:pt>
                <c:pt idx="215">
                  <c:v>1514</c:v>
                </c:pt>
                <c:pt idx="216">
                  <c:v>8313</c:v>
                </c:pt>
                <c:pt idx="217">
                  <c:v>413</c:v>
                </c:pt>
                <c:pt idx="218">
                  <c:v>5274</c:v>
                </c:pt>
                <c:pt idx="219">
                  <c:v>1368</c:v>
                </c:pt>
                <c:pt idx="220">
                  <c:v>5323</c:v>
                </c:pt>
                <c:pt idx="221">
                  <c:v>802</c:v>
                </c:pt>
                <c:pt idx="222">
                  <c:v>3312</c:v>
                </c:pt>
                <c:pt idx="223">
                  <c:v>719</c:v>
                </c:pt>
                <c:pt idx="224">
                  <c:v>3364</c:v>
                </c:pt>
                <c:pt idx="225">
                  <c:v>671</c:v>
                </c:pt>
                <c:pt idx="226">
                  <c:v>7631</c:v>
                </c:pt>
                <c:pt idx="227">
                  <c:v>1832</c:v>
                </c:pt>
                <c:pt idx="228">
                  <c:v>5359</c:v>
                </c:pt>
                <c:pt idx="229">
                  <c:v>855</c:v>
                </c:pt>
                <c:pt idx="230">
                  <c:v>10135</c:v>
                </c:pt>
                <c:pt idx="231">
                  <c:v>1044</c:v>
                </c:pt>
                <c:pt idx="232">
                  <c:v>4509</c:v>
                </c:pt>
                <c:pt idx="233">
                  <c:v>611</c:v>
                </c:pt>
                <c:pt idx="234">
                  <c:v>1618</c:v>
                </c:pt>
                <c:pt idx="235">
                  <c:v>584</c:v>
                </c:pt>
                <c:pt idx="236">
                  <c:v>2706</c:v>
                </c:pt>
                <c:pt idx="237">
                  <c:v>692</c:v>
                </c:pt>
                <c:pt idx="238">
                  <c:v>1029</c:v>
                </c:pt>
                <c:pt idx="239">
                  <c:v>594</c:v>
                </c:pt>
                <c:pt idx="240">
                  <c:v>1587</c:v>
                </c:pt>
                <c:pt idx="241">
                  <c:v>600</c:v>
                </c:pt>
                <c:pt idx="242">
                  <c:v>9229</c:v>
                </c:pt>
                <c:pt idx="243">
                  <c:v>622</c:v>
                </c:pt>
                <c:pt idx="244">
                  <c:v>14243</c:v>
                </c:pt>
                <c:pt idx="245">
                  <c:v>670</c:v>
                </c:pt>
                <c:pt idx="246">
                  <c:v>5241</c:v>
                </c:pt>
                <c:pt idx="247">
                  <c:v>942</c:v>
                </c:pt>
                <c:pt idx="248">
                  <c:v>2286</c:v>
                </c:pt>
                <c:pt idx="249">
                  <c:v>999</c:v>
                </c:pt>
                <c:pt idx="250">
                  <c:v>3850</c:v>
                </c:pt>
                <c:pt idx="251">
                  <c:v>1065</c:v>
                </c:pt>
                <c:pt idx="252">
                  <c:v>4813</c:v>
                </c:pt>
                <c:pt idx="253">
                  <c:v>987</c:v>
                </c:pt>
                <c:pt idx="254">
                  <c:v>2903</c:v>
                </c:pt>
                <c:pt idx="255">
                  <c:v>1681</c:v>
                </c:pt>
                <c:pt idx="256">
                  <c:v>6456</c:v>
                </c:pt>
                <c:pt idx="257">
                  <c:v>1800</c:v>
                </c:pt>
                <c:pt idx="258">
                  <c:v>18615</c:v>
                </c:pt>
                <c:pt idx="259">
                  <c:v>2462</c:v>
                </c:pt>
                <c:pt idx="260">
                  <c:v>2803</c:v>
                </c:pt>
                <c:pt idx="261">
                  <c:v>597</c:v>
                </c:pt>
                <c:pt idx="262">
                  <c:v>4575</c:v>
                </c:pt>
                <c:pt idx="263">
                  <c:v>535</c:v>
                </c:pt>
                <c:pt idx="264">
                  <c:v>16942</c:v>
                </c:pt>
                <c:pt idx="265">
                  <c:v>1609</c:v>
                </c:pt>
                <c:pt idx="266">
                  <c:v>17639</c:v>
                </c:pt>
                <c:pt idx="267">
                  <c:v>592</c:v>
                </c:pt>
                <c:pt idx="268">
                  <c:v>1509</c:v>
                </c:pt>
                <c:pt idx="269">
                  <c:v>11347</c:v>
                </c:pt>
                <c:pt idx="270">
                  <c:v>777</c:v>
                </c:pt>
                <c:pt idx="271">
                  <c:v>16002</c:v>
                </c:pt>
                <c:pt idx="272">
                  <c:v>1384</c:v>
                </c:pt>
                <c:pt idx="273">
                  <c:v>14625</c:v>
                </c:pt>
                <c:pt idx="274">
                  <c:v>416</c:v>
                </c:pt>
                <c:pt idx="275">
                  <c:v>12245</c:v>
                </c:pt>
                <c:pt idx="276">
                  <c:v>353</c:v>
                </c:pt>
                <c:pt idx="277">
                  <c:v>5467</c:v>
                </c:pt>
                <c:pt idx="278">
                  <c:v>560</c:v>
                </c:pt>
                <c:pt idx="279">
                  <c:v>2159</c:v>
                </c:pt>
                <c:pt idx="280">
                  <c:v>501</c:v>
                </c:pt>
                <c:pt idx="281">
                  <c:v>21552</c:v>
                </c:pt>
                <c:pt idx="282">
                  <c:v>562</c:v>
                </c:pt>
                <c:pt idx="283">
                  <c:v>23022</c:v>
                </c:pt>
                <c:pt idx="284">
                  <c:v>1134</c:v>
                </c:pt>
                <c:pt idx="285">
                  <c:v>8466</c:v>
                </c:pt>
                <c:pt idx="286">
                  <c:v>636</c:v>
                </c:pt>
                <c:pt idx="287">
                  <c:v>1430</c:v>
                </c:pt>
                <c:pt idx="288">
                  <c:v>537</c:v>
                </c:pt>
                <c:pt idx="289">
                  <c:v>1993</c:v>
                </c:pt>
                <c:pt idx="290">
                  <c:v>1025</c:v>
                </c:pt>
                <c:pt idx="291">
                  <c:v>5875</c:v>
                </c:pt>
                <c:pt idx="292">
                  <c:v>262</c:v>
                </c:pt>
                <c:pt idx="293">
                  <c:v>4557</c:v>
                </c:pt>
                <c:pt idx="294">
                  <c:v>1229</c:v>
                </c:pt>
                <c:pt idx="295">
                  <c:v>3916</c:v>
                </c:pt>
                <c:pt idx="296">
                  <c:v>1132</c:v>
                </c:pt>
                <c:pt idx="297">
                  <c:v>7919</c:v>
                </c:pt>
                <c:pt idx="298">
                  <c:v>1542</c:v>
                </c:pt>
                <c:pt idx="299">
                  <c:v>14613</c:v>
                </c:pt>
                <c:pt idx="300">
                  <c:v>3766</c:v>
                </c:pt>
                <c:pt idx="301">
                  <c:v>1450</c:v>
                </c:pt>
                <c:pt idx="302">
                  <c:v>1702</c:v>
                </c:pt>
                <c:pt idx="303">
                  <c:v>1917</c:v>
                </c:pt>
                <c:pt idx="304">
                  <c:v>2487</c:v>
                </c:pt>
                <c:pt idx="305">
                  <c:v>1889</c:v>
                </c:pt>
                <c:pt idx="306">
                  <c:v>13706</c:v>
                </c:pt>
                <c:pt idx="307">
                  <c:v>1875</c:v>
                </c:pt>
                <c:pt idx="308">
                  <c:v>9649</c:v>
                </c:pt>
                <c:pt idx="309">
                  <c:v>1653</c:v>
                </c:pt>
                <c:pt idx="310">
                  <c:v>12840</c:v>
                </c:pt>
                <c:pt idx="311">
                  <c:v>2168</c:v>
                </c:pt>
                <c:pt idx="312">
                  <c:v>2322</c:v>
                </c:pt>
                <c:pt idx="313">
                  <c:v>1148</c:v>
                </c:pt>
                <c:pt idx="314">
                  <c:v>1207</c:v>
                </c:pt>
                <c:pt idx="315">
                  <c:v>1154</c:v>
                </c:pt>
                <c:pt idx="316">
                  <c:v>7672</c:v>
                </c:pt>
                <c:pt idx="317">
                  <c:v>1714</c:v>
                </c:pt>
                <c:pt idx="318">
                  <c:v>2601</c:v>
                </c:pt>
                <c:pt idx="319">
                  <c:v>1502</c:v>
                </c:pt>
                <c:pt idx="320">
                  <c:v>3107</c:v>
                </c:pt>
                <c:pt idx="321">
                  <c:v>1609</c:v>
                </c:pt>
                <c:pt idx="322">
                  <c:v>5319</c:v>
                </c:pt>
                <c:pt idx="323">
                  <c:v>1576</c:v>
                </c:pt>
                <c:pt idx="324">
                  <c:v>3020</c:v>
                </c:pt>
                <c:pt idx="325">
                  <c:v>2138</c:v>
                </c:pt>
                <c:pt idx="326">
                  <c:v>5466</c:v>
                </c:pt>
                <c:pt idx="327">
                  <c:v>2255</c:v>
                </c:pt>
                <c:pt idx="328">
                  <c:v>2032</c:v>
                </c:pt>
                <c:pt idx="329">
                  <c:v>34572</c:v>
                </c:pt>
                <c:pt idx="330">
                  <c:v>6072</c:v>
                </c:pt>
                <c:pt idx="331">
                  <c:v>4420</c:v>
                </c:pt>
                <c:pt idx="332">
                  <c:v>1170</c:v>
                </c:pt>
                <c:pt idx="333">
                  <c:v>9499</c:v>
                </c:pt>
                <c:pt idx="334">
                  <c:v>818</c:v>
                </c:pt>
                <c:pt idx="335">
                  <c:v>18181</c:v>
                </c:pt>
                <c:pt idx="336">
                  <c:v>960</c:v>
                </c:pt>
                <c:pt idx="337">
                  <c:v>6101</c:v>
                </c:pt>
                <c:pt idx="338">
                  <c:v>1479</c:v>
                </c:pt>
                <c:pt idx="339">
                  <c:v>4586</c:v>
                </c:pt>
                <c:pt idx="340">
                  <c:v>422</c:v>
                </c:pt>
                <c:pt idx="341">
                  <c:v>2877</c:v>
                </c:pt>
                <c:pt idx="342">
                  <c:v>236</c:v>
                </c:pt>
                <c:pt idx="343">
                  <c:v>5030</c:v>
                </c:pt>
                <c:pt idx="344">
                  <c:v>663</c:v>
                </c:pt>
                <c:pt idx="345">
                  <c:v>5691</c:v>
                </c:pt>
                <c:pt idx="346">
                  <c:v>1403</c:v>
                </c:pt>
                <c:pt idx="347">
                  <c:v>15234</c:v>
                </c:pt>
                <c:pt idx="348">
                  <c:v>1605</c:v>
                </c:pt>
                <c:pt idx="349">
                  <c:v>23427</c:v>
                </c:pt>
                <c:pt idx="350">
                  <c:v>1979</c:v>
                </c:pt>
                <c:pt idx="351">
                  <c:v>2763</c:v>
                </c:pt>
                <c:pt idx="352">
                  <c:v>463</c:v>
                </c:pt>
                <c:pt idx="353">
                  <c:v>8222</c:v>
                </c:pt>
                <c:pt idx="354">
                  <c:v>312</c:v>
                </c:pt>
                <c:pt idx="355">
                  <c:v>1128</c:v>
                </c:pt>
                <c:pt idx="356">
                  <c:v>366</c:v>
                </c:pt>
                <c:pt idx="357">
                  <c:v>1459</c:v>
                </c:pt>
                <c:pt idx="358">
                  <c:v>8183</c:v>
                </c:pt>
                <c:pt idx="359">
                  <c:v>2109</c:v>
                </c:pt>
                <c:pt idx="360">
                  <c:v>12964</c:v>
                </c:pt>
                <c:pt idx="361">
                  <c:v>1754</c:v>
                </c:pt>
                <c:pt idx="362">
                  <c:v>2662</c:v>
                </c:pt>
                <c:pt idx="363">
                  <c:v>523</c:v>
                </c:pt>
                <c:pt idx="364">
                  <c:v>1999</c:v>
                </c:pt>
                <c:pt idx="365">
                  <c:v>1023</c:v>
                </c:pt>
                <c:pt idx="366">
                  <c:v>2530</c:v>
                </c:pt>
                <c:pt idx="367">
                  <c:v>762</c:v>
                </c:pt>
                <c:pt idx="368">
                  <c:v>2820</c:v>
                </c:pt>
                <c:pt idx="369">
                  <c:v>701</c:v>
                </c:pt>
                <c:pt idx="370">
                  <c:v>1570</c:v>
                </c:pt>
                <c:pt idx="371">
                  <c:v>648</c:v>
                </c:pt>
                <c:pt idx="372">
                  <c:v>1427</c:v>
                </c:pt>
                <c:pt idx="373">
                  <c:v>827</c:v>
                </c:pt>
                <c:pt idx="374">
                  <c:v>4905</c:v>
                </c:pt>
                <c:pt idx="375">
                  <c:v>788</c:v>
                </c:pt>
                <c:pt idx="376">
                  <c:v>2232</c:v>
                </c:pt>
                <c:pt idx="377">
                  <c:v>792</c:v>
                </c:pt>
                <c:pt idx="378">
                  <c:v>944</c:v>
                </c:pt>
                <c:pt idx="379">
                  <c:v>769</c:v>
                </c:pt>
                <c:pt idx="380">
                  <c:v>3931</c:v>
                </c:pt>
                <c:pt idx="381">
                  <c:v>1267</c:v>
                </c:pt>
                <c:pt idx="382">
                  <c:v>916</c:v>
                </c:pt>
                <c:pt idx="383">
                  <c:v>800</c:v>
                </c:pt>
                <c:pt idx="384">
                  <c:v>1076</c:v>
                </c:pt>
                <c:pt idx="385">
                  <c:v>1613</c:v>
                </c:pt>
                <c:pt idx="386">
                  <c:v>6066</c:v>
                </c:pt>
                <c:pt idx="387">
                  <c:v>1206</c:v>
                </c:pt>
                <c:pt idx="388">
                  <c:v>27579</c:v>
                </c:pt>
                <c:pt idx="389">
                  <c:v>3971</c:v>
                </c:pt>
                <c:pt idx="390">
                  <c:v>4915</c:v>
                </c:pt>
                <c:pt idx="391">
                  <c:v>870</c:v>
                </c:pt>
                <c:pt idx="392">
                  <c:v>4372</c:v>
                </c:pt>
                <c:pt idx="393">
                  <c:v>379</c:v>
                </c:pt>
                <c:pt idx="394">
                  <c:v>7714</c:v>
                </c:pt>
                <c:pt idx="395">
                  <c:v>933</c:v>
                </c:pt>
                <c:pt idx="396">
                  <c:v>15218</c:v>
                </c:pt>
                <c:pt idx="397">
                  <c:v>1395</c:v>
                </c:pt>
                <c:pt idx="398">
                  <c:v>263</c:v>
                </c:pt>
                <c:pt idx="399">
                  <c:v>188</c:v>
                </c:pt>
                <c:pt idx="400">
                  <c:v>7494</c:v>
                </c:pt>
                <c:pt idx="401">
                  <c:v>1522</c:v>
                </c:pt>
                <c:pt idx="402">
                  <c:v>13252</c:v>
                </c:pt>
                <c:pt idx="403">
                  <c:v>1648</c:v>
                </c:pt>
                <c:pt idx="404">
                  <c:v>582</c:v>
                </c:pt>
                <c:pt idx="405">
                  <c:v>489</c:v>
                </c:pt>
                <c:pt idx="406">
                  <c:v>4954</c:v>
                </c:pt>
                <c:pt idx="407">
                  <c:v>827</c:v>
                </c:pt>
                <c:pt idx="408">
                  <c:v>2151</c:v>
                </c:pt>
                <c:pt idx="409">
                  <c:v>792</c:v>
                </c:pt>
                <c:pt idx="410">
                  <c:v>683</c:v>
                </c:pt>
                <c:pt idx="411">
                  <c:v>636</c:v>
                </c:pt>
                <c:pt idx="412">
                  <c:v>4569</c:v>
                </c:pt>
                <c:pt idx="413">
                  <c:v>1529</c:v>
                </c:pt>
                <c:pt idx="414">
                  <c:v>1652</c:v>
                </c:pt>
                <c:pt idx="415">
                  <c:v>871</c:v>
                </c:pt>
                <c:pt idx="416">
                  <c:v>12379</c:v>
                </c:pt>
                <c:pt idx="417">
                  <c:v>2397</c:v>
                </c:pt>
              </c:numCache>
            </c:numRef>
          </c:xVal>
          <c:yVal>
            <c:numRef>
              <c:f>Sheet1!$T$2:$T$421</c:f>
              <c:numCache>
                <c:formatCode>General</c:formatCode>
                <c:ptCount val="420"/>
                <c:pt idx="0">
                  <c:v>18474</c:v>
                </c:pt>
                <c:pt idx="1">
                  <c:v>920</c:v>
                </c:pt>
                <c:pt idx="2">
                  <c:v>824</c:v>
                </c:pt>
                <c:pt idx="3">
                  <c:v>928</c:v>
                </c:pt>
                <c:pt idx="4">
                  <c:v>10166</c:v>
                </c:pt>
                <c:pt idx="5">
                  <c:v>2753</c:v>
                </c:pt>
                <c:pt idx="6">
                  <c:v>950</c:v>
                </c:pt>
                <c:pt idx="7">
                  <c:v>9456</c:v>
                </c:pt>
                <c:pt idx="8">
                  <c:v>2517</c:v>
                </c:pt>
                <c:pt idx="9">
                  <c:v>5685</c:v>
                </c:pt>
                <c:pt idx="10">
                  <c:v>1503</c:v>
                </c:pt>
                <c:pt idx="11">
                  <c:v>14150</c:v>
                </c:pt>
                <c:pt idx="12">
                  <c:v>944</c:v>
                </c:pt>
                <c:pt idx="13">
                  <c:v>27021</c:v>
                </c:pt>
                <c:pt idx="14">
                  <c:v>1176</c:v>
                </c:pt>
                <c:pt idx="15">
                  <c:v>3369</c:v>
                </c:pt>
                <c:pt idx="16">
                  <c:v>683</c:v>
                </c:pt>
                <c:pt idx="17">
                  <c:v>20458</c:v>
                </c:pt>
                <c:pt idx="18">
                  <c:v>599</c:v>
                </c:pt>
                <c:pt idx="19">
                  <c:v>4558</c:v>
                </c:pt>
                <c:pt idx="20">
                  <c:v>1335</c:v>
                </c:pt>
                <c:pt idx="21">
                  <c:v>27570</c:v>
                </c:pt>
                <c:pt idx="22">
                  <c:v>4622</c:v>
                </c:pt>
                <c:pt idx="23">
                  <c:v>17662</c:v>
                </c:pt>
                <c:pt idx="24">
                  <c:v>2203</c:v>
                </c:pt>
                <c:pt idx="25">
                  <c:v>1298</c:v>
                </c:pt>
                <c:pt idx="26">
                  <c:v>2119</c:v>
                </c:pt>
                <c:pt idx="27">
                  <c:v>3181</c:v>
                </c:pt>
                <c:pt idx="28">
                  <c:v>1385</c:v>
                </c:pt>
                <c:pt idx="29">
                  <c:v>5147</c:v>
                </c:pt>
                <c:pt idx="30">
                  <c:v>703</c:v>
                </c:pt>
                <c:pt idx="31">
                  <c:v>12947</c:v>
                </c:pt>
                <c:pt idx="32">
                  <c:v>2818</c:v>
                </c:pt>
                <c:pt idx="33">
                  <c:v>6673</c:v>
                </c:pt>
                <c:pt idx="34">
                  <c:v>501</c:v>
                </c:pt>
                <c:pt idx="35">
                  <c:v>4463</c:v>
                </c:pt>
                <c:pt idx="36">
                  <c:v>747</c:v>
                </c:pt>
                <c:pt idx="37">
                  <c:v>14402</c:v>
                </c:pt>
                <c:pt idx="38">
                  <c:v>1510</c:v>
                </c:pt>
                <c:pt idx="39">
                  <c:v>10488</c:v>
                </c:pt>
                <c:pt idx="40">
                  <c:v>3481</c:v>
                </c:pt>
                <c:pt idx="41">
                  <c:v>3700</c:v>
                </c:pt>
                <c:pt idx="42">
                  <c:v>1939</c:v>
                </c:pt>
                <c:pt idx="43">
                  <c:v>22423</c:v>
                </c:pt>
                <c:pt idx="44">
                  <c:v>6514</c:v>
                </c:pt>
                <c:pt idx="45">
                  <c:v>4915</c:v>
                </c:pt>
                <c:pt idx="46">
                  <c:v>565</c:v>
                </c:pt>
                <c:pt idx="47">
                  <c:v>6916</c:v>
                </c:pt>
                <c:pt idx="48">
                  <c:v>1659</c:v>
                </c:pt>
                <c:pt idx="49">
                  <c:v>2902</c:v>
                </c:pt>
                <c:pt idx="50">
                  <c:v>1344</c:v>
                </c:pt>
                <c:pt idx="51">
                  <c:v>8188</c:v>
                </c:pt>
                <c:pt idx="52">
                  <c:v>2170</c:v>
                </c:pt>
                <c:pt idx="53">
                  <c:v>19944</c:v>
                </c:pt>
                <c:pt idx="54">
                  <c:v>3610</c:v>
                </c:pt>
                <c:pt idx="55">
                  <c:v>5178</c:v>
                </c:pt>
                <c:pt idx="56">
                  <c:v>1827</c:v>
                </c:pt>
                <c:pt idx="57">
                  <c:v>8351</c:v>
                </c:pt>
                <c:pt idx="58">
                  <c:v>1431</c:v>
                </c:pt>
                <c:pt idx="59">
                  <c:v>35908</c:v>
                </c:pt>
                <c:pt idx="60">
                  <c:v>8115</c:v>
                </c:pt>
                <c:pt idx="61">
                  <c:v>1402</c:v>
                </c:pt>
                <c:pt idx="62">
                  <c:v>1485</c:v>
                </c:pt>
                <c:pt idx="63">
                  <c:v>5087</c:v>
                </c:pt>
                <c:pt idx="64">
                  <c:v>1775</c:v>
                </c:pt>
                <c:pt idx="65">
                  <c:v>1846</c:v>
                </c:pt>
                <c:pt idx="66">
                  <c:v>936</c:v>
                </c:pt>
                <c:pt idx="67">
                  <c:v>4886</c:v>
                </c:pt>
                <c:pt idx="68">
                  <c:v>1242</c:v>
                </c:pt>
                <c:pt idx="69">
                  <c:v>5683</c:v>
                </c:pt>
                <c:pt idx="70">
                  <c:v>1518</c:v>
                </c:pt>
                <c:pt idx="71">
                  <c:v>2158</c:v>
                </c:pt>
                <c:pt idx="72">
                  <c:v>927</c:v>
                </c:pt>
                <c:pt idx="73">
                  <c:v>5279</c:v>
                </c:pt>
                <c:pt idx="74">
                  <c:v>2071</c:v>
                </c:pt>
                <c:pt idx="75">
                  <c:v>22321</c:v>
                </c:pt>
                <c:pt idx="76">
                  <c:v>1345</c:v>
                </c:pt>
                <c:pt idx="77">
                  <c:v>2384</c:v>
                </c:pt>
                <c:pt idx="78">
                  <c:v>1257</c:v>
                </c:pt>
                <c:pt idx="79">
                  <c:v>6653</c:v>
                </c:pt>
                <c:pt idx="80">
                  <c:v>1942</c:v>
                </c:pt>
                <c:pt idx="81">
                  <c:v>25105</c:v>
                </c:pt>
                <c:pt idx="82">
                  <c:v>3010</c:v>
                </c:pt>
                <c:pt idx="83">
                  <c:v>526</c:v>
                </c:pt>
                <c:pt idx="84">
                  <c:v>442</c:v>
                </c:pt>
                <c:pt idx="85">
                  <c:v>2006</c:v>
                </c:pt>
                <c:pt idx="86">
                  <c:v>1269</c:v>
                </c:pt>
                <c:pt idx="87">
                  <c:v>14928</c:v>
                </c:pt>
                <c:pt idx="88">
                  <c:v>2998</c:v>
                </c:pt>
                <c:pt idx="89">
                  <c:v>16965</c:v>
                </c:pt>
                <c:pt idx="90">
                  <c:v>750</c:v>
                </c:pt>
                <c:pt idx="91">
                  <c:v>11950</c:v>
                </c:pt>
                <c:pt idx="92">
                  <c:v>831</c:v>
                </c:pt>
                <c:pt idx="93">
                  <c:v>4342</c:v>
                </c:pt>
                <c:pt idx="94">
                  <c:v>1472</c:v>
                </c:pt>
                <c:pt idx="95">
                  <c:v>3057</c:v>
                </c:pt>
                <c:pt idx="96">
                  <c:v>990</c:v>
                </c:pt>
                <c:pt idx="97">
                  <c:v>8805</c:v>
                </c:pt>
                <c:pt idx="98">
                  <c:v>1973</c:v>
                </c:pt>
                <c:pt idx="99">
                  <c:v>7100</c:v>
                </c:pt>
                <c:pt idx="100">
                  <c:v>1533</c:v>
                </c:pt>
                <c:pt idx="101">
                  <c:v>87361</c:v>
                </c:pt>
                <c:pt idx="102">
                  <c:v>6431</c:v>
                </c:pt>
                <c:pt idx="103">
                  <c:v>7537</c:v>
                </c:pt>
                <c:pt idx="104">
                  <c:v>1484</c:v>
                </c:pt>
                <c:pt idx="105">
                  <c:v>11428</c:v>
                </c:pt>
                <c:pt idx="106">
                  <c:v>1603</c:v>
                </c:pt>
                <c:pt idx="107">
                  <c:v>6330</c:v>
                </c:pt>
                <c:pt idx="108">
                  <c:v>1687</c:v>
                </c:pt>
                <c:pt idx="109">
                  <c:v>3291</c:v>
                </c:pt>
                <c:pt idx="110">
                  <c:v>1316</c:v>
                </c:pt>
                <c:pt idx="111">
                  <c:v>22046</c:v>
                </c:pt>
                <c:pt idx="112">
                  <c:v>1784</c:v>
                </c:pt>
                <c:pt idx="113">
                  <c:v>153287</c:v>
                </c:pt>
                <c:pt idx="114">
                  <c:v>24398</c:v>
                </c:pt>
                <c:pt idx="115">
                  <c:v>8225</c:v>
                </c:pt>
                <c:pt idx="116">
                  <c:v>502</c:v>
                </c:pt>
                <c:pt idx="117">
                  <c:v>756</c:v>
                </c:pt>
                <c:pt idx="118">
                  <c:v>363</c:v>
                </c:pt>
                <c:pt idx="119">
                  <c:v>992</c:v>
                </c:pt>
                <c:pt idx="120">
                  <c:v>1124</c:v>
                </c:pt>
                <c:pt idx="121">
                  <c:v>48124</c:v>
                </c:pt>
                <c:pt idx="122">
                  <c:v>6162</c:v>
                </c:pt>
                <c:pt idx="123">
                  <c:v>2718</c:v>
                </c:pt>
                <c:pt idx="124">
                  <c:v>768</c:v>
                </c:pt>
                <c:pt idx="125">
                  <c:v>4208</c:v>
                </c:pt>
                <c:pt idx="126">
                  <c:v>560</c:v>
                </c:pt>
                <c:pt idx="127">
                  <c:v>25094</c:v>
                </c:pt>
                <c:pt idx="128">
                  <c:v>1084</c:v>
                </c:pt>
                <c:pt idx="129">
                  <c:v>33698</c:v>
                </c:pt>
                <c:pt idx="130">
                  <c:v>4138</c:v>
                </c:pt>
                <c:pt idx="131">
                  <c:v>16943</c:v>
                </c:pt>
                <c:pt idx="132">
                  <c:v>1755</c:v>
                </c:pt>
                <c:pt idx="133">
                  <c:v>46648</c:v>
                </c:pt>
                <c:pt idx="134">
                  <c:v>1028</c:v>
                </c:pt>
                <c:pt idx="135">
                  <c:v>65379</c:v>
                </c:pt>
                <c:pt idx="136">
                  <c:v>3586</c:v>
                </c:pt>
                <c:pt idx="137">
                  <c:v>90590</c:v>
                </c:pt>
                <c:pt idx="138">
                  <c:v>2573</c:v>
                </c:pt>
                <c:pt idx="139">
                  <c:v>19121</c:v>
                </c:pt>
                <c:pt idx="140">
                  <c:v>2613</c:v>
                </c:pt>
                <c:pt idx="141">
                  <c:v>12800</c:v>
                </c:pt>
                <c:pt idx="142">
                  <c:v>739</c:v>
                </c:pt>
                <c:pt idx="143">
                  <c:v>4939</c:v>
                </c:pt>
                <c:pt idx="144">
                  <c:v>1324</c:v>
                </c:pt>
                <c:pt idx="145">
                  <c:v>37778</c:v>
                </c:pt>
                <c:pt idx="146">
                  <c:v>4331</c:v>
                </c:pt>
                <c:pt idx="147">
                  <c:v>41025</c:v>
                </c:pt>
                <c:pt idx="148">
                  <c:v>5261</c:v>
                </c:pt>
                <c:pt idx="149">
                  <c:v>35093</c:v>
                </c:pt>
                <c:pt idx="150">
                  <c:v>2799</c:v>
                </c:pt>
                <c:pt idx="151">
                  <c:v>12503</c:v>
                </c:pt>
                <c:pt idx="152">
                  <c:v>771</c:v>
                </c:pt>
                <c:pt idx="153">
                  <c:v>16784</c:v>
                </c:pt>
                <c:pt idx="154">
                  <c:v>2276</c:v>
                </c:pt>
                <c:pt idx="155">
                  <c:v>5375</c:v>
                </c:pt>
                <c:pt idx="156">
                  <c:v>1496</c:v>
                </c:pt>
                <c:pt idx="157">
                  <c:v>33873</c:v>
                </c:pt>
                <c:pt idx="158">
                  <c:v>1692</c:v>
                </c:pt>
                <c:pt idx="159">
                  <c:v>2697</c:v>
                </c:pt>
                <c:pt idx="160">
                  <c:v>452</c:v>
                </c:pt>
                <c:pt idx="161">
                  <c:v>67430</c:v>
                </c:pt>
                <c:pt idx="162">
                  <c:v>3338</c:v>
                </c:pt>
                <c:pt idx="163">
                  <c:v>44441</c:v>
                </c:pt>
                <c:pt idx="164">
                  <c:v>1388</c:v>
                </c:pt>
                <c:pt idx="165">
                  <c:v>18211</c:v>
                </c:pt>
                <c:pt idx="166">
                  <c:v>2576</c:v>
                </c:pt>
                <c:pt idx="167">
                  <c:v>3880</c:v>
                </c:pt>
                <c:pt idx="168">
                  <c:v>944</c:v>
                </c:pt>
                <c:pt idx="169">
                  <c:v>35460</c:v>
                </c:pt>
                <c:pt idx="170">
                  <c:v>1031</c:v>
                </c:pt>
                <c:pt idx="171">
                  <c:v>45586</c:v>
                </c:pt>
                <c:pt idx="172">
                  <c:v>6759</c:v>
                </c:pt>
                <c:pt idx="173">
                  <c:v>68686</c:v>
                </c:pt>
                <c:pt idx="174">
                  <c:v>35185</c:v>
                </c:pt>
                <c:pt idx="175">
                  <c:v>40116</c:v>
                </c:pt>
                <c:pt idx="176">
                  <c:v>11945</c:v>
                </c:pt>
                <c:pt idx="177">
                  <c:v>11666</c:v>
                </c:pt>
                <c:pt idx="178">
                  <c:v>4302</c:v>
                </c:pt>
                <c:pt idx="179">
                  <c:v>12115</c:v>
                </c:pt>
                <c:pt idx="180">
                  <c:v>3372</c:v>
                </c:pt>
                <c:pt idx="181">
                  <c:v>12333</c:v>
                </c:pt>
                <c:pt idx="182">
                  <c:v>2286</c:v>
                </c:pt>
                <c:pt idx="183">
                  <c:v>57325</c:v>
                </c:pt>
                <c:pt idx="184">
                  <c:v>6851</c:v>
                </c:pt>
                <c:pt idx="185">
                  <c:v>3863</c:v>
                </c:pt>
                <c:pt idx="186">
                  <c:v>1039</c:v>
                </c:pt>
                <c:pt idx="187">
                  <c:v>16714</c:v>
                </c:pt>
                <c:pt idx="188">
                  <c:v>886</c:v>
                </c:pt>
                <c:pt idx="189">
                  <c:v>13175</c:v>
                </c:pt>
                <c:pt idx="190">
                  <c:v>804</c:v>
                </c:pt>
                <c:pt idx="191">
                  <c:v>28644</c:v>
                </c:pt>
                <c:pt idx="192">
                  <c:v>633</c:v>
                </c:pt>
                <c:pt idx="193">
                  <c:v>10024</c:v>
                </c:pt>
                <c:pt idx="194">
                  <c:v>942</c:v>
                </c:pt>
                <c:pt idx="195">
                  <c:v>17794</c:v>
                </c:pt>
                <c:pt idx="196">
                  <c:v>992</c:v>
                </c:pt>
                <c:pt idx="197">
                  <c:v>2353</c:v>
                </c:pt>
                <c:pt idx="198">
                  <c:v>457</c:v>
                </c:pt>
                <c:pt idx="199">
                  <c:v>30297</c:v>
                </c:pt>
                <c:pt idx="200">
                  <c:v>4485</c:v>
                </c:pt>
                <c:pt idx="201">
                  <c:v>79610</c:v>
                </c:pt>
                <c:pt idx="202">
                  <c:v>12107</c:v>
                </c:pt>
                <c:pt idx="203">
                  <c:v>83508</c:v>
                </c:pt>
                <c:pt idx="204">
                  <c:v>1922</c:v>
                </c:pt>
                <c:pt idx="205">
                  <c:v>575</c:v>
                </c:pt>
                <c:pt idx="206">
                  <c:v>3484</c:v>
                </c:pt>
                <c:pt idx="207">
                  <c:v>536</c:v>
                </c:pt>
                <c:pt idx="208">
                  <c:v>88757</c:v>
                </c:pt>
                <c:pt idx="209">
                  <c:v>1731</c:v>
                </c:pt>
                <c:pt idx="210">
                  <c:v>50210</c:v>
                </c:pt>
                <c:pt idx="211">
                  <c:v>2270</c:v>
                </c:pt>
                <c:pt idx="212">
                  <c:v>28474</c:v>
                </c:pt>
                <c:pt idx="213">
                  <c:v>636</c:v>
                </c:pt>
                <c:pt idx="214">
                  <c:v>46442</c:v>
                </c:pt>
                <c:pt idx="215">
                  <c:v>3781</c:v>
                </c:pt>
                <c:pt idx="216">
                  <c:v>31406</c:v>
                </c:pt>
                <c:pt idx="217">
                  <c:v>1008</c:v>
                </c:pt>
                <c:pt idx="218">
                  <c:v>18925</c:v>
                </c:pt>
                <c:pt idx="219">
                  <c:v>3947</c:v>
                </c:pt>
                <c:pt idx="220">
                  <c:v>19670</c:v>
                </c:pt>
                <c:pt idx="221">
                  <c:v>1708</c:v>
                </c:pt>
                <c:pt idx="222">
                  <c:v>10728</c:v>
                </c:pt>
                <c:pt idx="223">
                  <c:v>1221</c:v>
                </c:pt>
                <c:pt idx="224">
                  <c:v>11339</c:v>
                </c:pt>
                <c:pt idx="225">
                  <c:v>1061</c:v>
                </c:pt>
                <c:pt idx="226">
                  <c:v>26805</c:v>
                </c:pt>
                <c:pt idx="227">
                  <c:v>5491</c:v>
                </c:pt>
                <c:pt idx="228">
                  <c:v>18024</c:v>
                </c:pt>
                <c:pt idx="229">
                  <c:v>1723</c:v>
                </c:pt>
                <c:pt idx="230">
                  <c:v>34607</c:v>
                </c:pt>
                <c:pt idx="231">
                  <c:v>2344</c:v>
                </c:pt>
                <c:pt idx="232">
                  <c:v>14692</c:v>
                </c:pt>
                <c:pt idx="233">
                  <c:v>611</c:v>
                </c:pt>
                <c:pt idx="234">
                  <c:v>4477</c:v>
                </c:pt>
                <c:pt idx="235">
                  <c:v>461</c:v>
                </c:pt>
                <c:pt idx="236">
                  <c:v>8430</c:v>
                </c:pt>
                <c:pt idx="237">
                  <c:v>852</c:v>
                </c:pt>
                <c:pt idx="238">
                  <c:v>1948</c:v>
                </c:pt>
                <c:pt idx="239">
                  <c:v>443</c:v>
                </c:pt>
                <c:pt idx="240">
                  <c:v>3809</c:v>
                </c:pt>
                <c:pt idx="241">
                  <c:v>389</c:v>
                </c:pt>
                <c:pt idx="242">
                  <c:v>34844</c:v>
                </c:pt>
                <c:pt idx="243">
                  <c:v>2308</c:v>
                </c:pt>
                <c:pt idx="244">
                  <c:v>54620</c:v>
                </c:pt>
                <c:pt idx="245">
                  <c:v>2293</c:v>
                </c:pt>
                <c:pt idx="246">
                  <c:v>17722</c:v>
                </c:pt>
                <c:pt idx="247">
                  <c:v>1068</c:v>
                </c:pt>
                <c:pt idx="248">
                  <c:v>6284</c:v>
                </c:pt>
                <c:pt idx="249">
                  <c:v>766</c:v>
                </c:pt>
                <c:pt idx="250">
                  <c:v>11488</c:v>
                </c:pt>
                <c:pt idx="251">
                  <c:v>891</c:v>
                </c:pt>
                <c:pt idx="252">
                  <c:v>15295</c:v>
                </c:pt>
                <c:pt idx="253">
                  <c:v>465</c:v>
                </c:pt>
                <c:pt idx="254">
                  <c:v>5479</c:v>
                </c:pt>
                <c:pt idx="255">
                  <c:v>1083</c:v>
                </c:pt>
                <c:pt idx="256">
                  <c:v>18534</c:v>
                </c:pt>
                <c:pt idx="257">
                  <c:v>1594</c:v>
                </c:pt>
                <c:pt idx="258">
                  <c:v>68930</c:v>
                </c:pt>
                <c:pt idx="259">
                  <c:v>9817</c:v>
                </c:pt>
                <c:pt idx="260">
                  <c:v>10100</c:v>
                </c:pt>
                <c:pt idx="261">
                  <c:v>1869</c:v>
                </c:pt>
                <c:pt idx="262">
                  <c:v>16788</c:v>
                </c:pt>
                <c:pt idx="263">
                  <c:v>1199</c:v>
                </c:pt>
                <c:pt idx="264">
                  <c:v>61921</c:v>
                </c:pt>
                <c:pt idx="265">
                  <c:v>5606</c:v>
                </c:pt>
                <c:pt idx="266">
                  <c:v>62812</c:v>
                </c:pt>
                <c:pt idx="267">
                  <c:v>2067</c:v>
                </c:pt>
                <c:pt idx="268">
                  <c:v>5248</c:v>
                </c:pt>
                <c:pt idx="269">
                  <c:v>41360</c:v>
                </c:pt>
                <c:pt idx="270">
                  <c:v>2944</c:v>
                </c:pt>
                <c:pt idx="271">
                  <c:v>55522</c:v>
                </c:pt>
                <c:pt idx="272">
                  <c:v>5037</c:v>
                </c:pt>
                <c:pt idx="273">
                  <c:v>52304</c:v>
                </c:pt>
                <c:pt idx="274">
                  <c:v>1133</c:v>
                </c:pt>
                <c:pt idx="275">
                  <c:v>45608</c:v>
                </c:pt>
                <c:pt idx="276">
                  <c:v>704</c:v>
                </c:pt>
                <c:pt idx="277">
                  <c:v>18891</c:v>
                </c:pt>
                <c:pt idx="278">
                  <c:v>1288</c:v>
                </c:pt>
                <c:pt idx="279">
                  <c:v>7220</c:v>
                </c:pt>
                <c:pt idx="280">
                  <c:v>803</c:v>
                </c:pt>
                <c:pt idx="281">
                  <c:v>77365</c:v>
                </c:pt>
                <c:pt idx="282">
                  <c:v>2192</c:v>
                </c:pt>
                <c:pt idx="283">
                  <c:v>80962</c:v>
                </c:pt>
                <c:pt idx="284">
                  <c:v>4251</c:v>
                </c:pt>
                <c:pt idx="285">
                  <c:v>30566</c:v>
                </c:pt>
                <c:pt idx="286">
                  <c:v>2213</c:v>
                </c:pt>
                <c:pt idx="287">
                  <c:v>5005</c:v>
                </c:pt>
                <c:pt idx="288">
                  <c:v>1202</c:v>
                </c:pt>
                <c:pt idx="289">
                  <c:v>6505</c:v>
                </c:pt>
                <c:pt idx="290">
                  <c:v>1000</c:v>
                </c:pt>
                <c:pt idx="291">
                  <c:v>21732</c:v>
                </c:pt>
                <c:pt idx="292">
                  <c:v>721</c:v>
                </c:pt>
                <c:pt idx="293">
                  <c:v>15970</c:v>
                </c:pt>
                <c:pt idx="294">
                  <c:v>2070</c:v>
                </c:pt>
                <c:pt idx="295">
                  <c:v>11703</c:v>
                </c:pt>
                <c:pt idx="296">
                  <c:v>894</c:v>
                </c:pt>
                <c:pt idx="297">
                  <c:v>26017</c:v>
                </c:pt>
                <c:pt idx="298">
                  <c:v>2262</c:v>
                </c:pt>
                <c:pt idx="299">
                  <c:v>49281</c:v>
                </c:pt>
                <c:pt idx="300">
                  <c:v>10395</c:v>
                </c:pt>
                <c:pt idx="301">
                  <c:v>1059</c:v>
                </c:pt>
                <c:pt idx="302">
                  <c:v>1952</c:v>
                </c:pt>
                <c:pt idx="303">
                  <c:v>2763</c:v>
                </c:pt>
                <c:pt idx="304">
                  <c:v>4920</c:v>
                </c:pt>
                <c:pt idx="305">
                  <c:v>1947</c:v>
                </c:pt>
                <c:pt idx="306">
                  <c:v>29952</c:v>
                </c:pt>
                <c:pt idx="307">
                  <c:v>1659</c:v>
                </c:pt>
                <c:pt idx="308">
                  <c:v>36836</c:v>
                </c:pt>
                <c:pt idx="309">
                  <c:v>6424</c:v>
                </c:pt>
                <c:pt idx="310">
                  <c:v>46072</c:v>
                </c:pt>
                <c:pt idx="311">
                  <c:v>6142</c:v>
                </c:pt>
                <c:pt idx="312">
                  <c:v>6017</c:v>
                </c:pt>
                <c:pt idx="313">
                  <c:v>1568</c:v>
                </c:pt>
                <c:pt idx="314">
                  <c:v>1474</c:v>
                </c:pt>
                <c:pt idx="315">
                  <c:v>682</c:v>
                </c:pt>
                <c:pt idx="316">
                  <c:v>22867</c:v>
                </c:pt>
                <c:pt idx="317">
                  <c:v>2621</c:v>
                </c:pt>
                <c:pt idx="318">
                  <c:v>5250</c:v>
                </c:pt>
                <c:pt idx="319">
                  <c:v>1471</c:v>
                </c:pt>
                <c:pt idx="320">
                  <c:v>7346</c:v>
                </c:pt>
                <c:pt idx="321">
                  <c:v>1667</c:v>
                </c:pt>
                <c:pt idx="322">
                  <c:v>15144</c:v>
                </c:pt>
                <c:pt idx="323">
                  <c:v>1021</c:v>
                </c:pt>
                <c:pt idx="324">
                  <c:v>6382</c:v>
                </c:pt>
                <c:pt idx="325">
                  <c:v>2992</c:v>
                </c:pt>
                <c:pt idx="326">
                  <c:v>14566</c:v>
                </c:pt>
                <c:pt idx="327">
                  <c:v>2450</c:v>
                </c:pt>
                <c:pt idx="328">
                  <c:v>1536</c:v>
                </c:pt>
                <c:pt idx="329">
                  <c:v>127365</c:v>
                </c:pt>
                <c:pt idx="330">
                  <c:v>24807</c:v>
                </c:pt>
                <c:pt idx="331">
                  <c:v>15640</c:v>
                </c:pt>
                <c:pt idx="332">
                  <c:v>4610</c:v>
                </c:pt>
                <c:pt idx="333">
                  <c:v>35791</c:v>
                </c:pt>
                <c:pt idx="334">
                  <c:v>3055</c:v>
                </c:pt>
                <c:pt idx="335">
                  <c:v>66892</c:v>
                </c:pt>
                <c:pt idx="336">
                  <c:v>3905</c:v>
                </c:pt>
                <c:pt idx="337">
                  <c:v>21343</c:v>
                </c:pt>
                <c:pt idx="338">
                  <c:v>5610</c:v>
                </c:pt>
                <c:pt idx="339">
                  <c:v>16551</c:v>
                </c:pt>
                <c:pt idx="340">
                  <c:v>1323</c:v>
                </c:pt>
                <c:pt idx="341">
                  <c:v>11087</c:v>
                </c:pt>
                <c:pt idx="342">
                  <c:v>553</c:v>
                </c:pt>
                <c:pt idx="343">
                  <c:v>18327</c:v>
                </c:pt>
                <c:pt idx="344">
                  <c:v>2087</c:v>
                </c:pt>
                <c:pt idx="345">
                  <c:v>19994</c:v>
                </c:pt>
                <c:pt idx="346">
                  <c:v>4874</c:v>
                </c:pt>
                <c:pt idx="347">
                  <c:v>53694</c:v>
                </c:pt>
                <c:pt idx="348">
                  <c:v>5626</c:v>
                </c:pt>
                <c:pt idx="349">
                  <c:v>85398</c:v>
                </c:pt>
                <c:pt idx="350">
                  <c:v>8342</c:v>
                </c:pt>
                <c:pt idx="351">
                  <c:v>9918</c:v>
                </c:pt>
                <c:pt idx="352">
                  <c:v>1665</c:v>
                </c:pt>
                <c:pt idx="353">
                  <c:v>30389</c:v>
                </c:pt>
                <c:pt idx="354">
                  <c:v>1045</c:v>
                </c:pt>
                <c:pt idx="355">
                  <c:v>3934</c:v>
                </c:pt>
                <c:pt idx="356">
                  <c:v>1184</c:v>
                </c:pt>
                <c:pt idx="357">
                  <c:v>4777</c:v>
                </c:pt>
                <c:pt idx="358">
                  <c:v>27982</c:v>
                </c:pt>
                <c:pt idx="359">
                  <c:v>6133</c:v>
                </c:pt>
                <c:pt idx="360">
                  <c:v>42212</c:v>
                </c:pt>
                <c:pt idx="361">
                  <c:v>4000</c:v>
                </c:pt>
                <c:pt idx="362">
                  <c:v>9415</c:v>
                </c:pt>
                <c:pt idx="363">
                  <c:v>1428</c:v>
                </c:pt>
                <c:pt idx="364">
                  <c:v>6806</c:v>
                </c:pt>
                <c:pt idx="365">
                  <c:v>3512</c:v>
                </c:pt>
                <c:pt idx="366">
                  <c:v>8111</c:v>
                </c:pt>
                <c:pt idx="367">
                  <c:v>2331</c:v>
                </c:pt>
                <c:pt idx="368">
                  <c:v>9253</c:v>
                </c:pt>
                <c:pt idx="369">
                  <c:v>901</c:v>
                </c:pt>
                <c:pt idx="370">
                  <c:v>3677</c:v>
                </c:pt>
                <c:pt idx="371">
                  <c:v>609</c:v>
                </c:pt>
                <c:pt idx="372">
                  <c:v>3280</c:v>
                </c:pt>
                <c:pt idx="373">
                  <c:v>1129</c:v>
                </c:pt>
                <c:pt idx="374">
                  <c:v>17176</c:v>
                </c:pt>
                <c:pt idx="375">
                  <c:v>949</c:v>
                </c:pt>
                <c:pt idx="376">
                  <c:v>6357</c:v>
                </c:pt>
                <c:pt idx="377">
                  <c:v>849</c:v>
                </c:pt>
                <c:pt idx="378">
                  <c:v>1298</c:v>
                </c:pt>
                <c:pt idx="379">
                  <c:v>684</c:v>
                </c:pt>
                <c:pt idx="380">
                  <c:v>12261</c:v>
                </c:pt>
                <c:pt idx="381">
                  <c:v>2791</c:v>
                </c:pt>
                <c:pt idx="382">
                  <c:v>1045</c:v>
                </c:pt>
                <c:pt idx="383">
                  <c:v>755</c:v>
                </c:pt>
                <c:pt idx="384">
                  <c:v>1795</c:v>
                </c:pt>
                <c:pt idx="385">
                  <c:v>3816</c:v>
                </c:pt>
                <c:pt idx="386">
                  <c:v>20023</c:v>
                </c:pt>
                <c:pt idx="387">
                  <c:v>2177</c:v>
                </c:pt>
                <c:pt idx="388">
                  <c:v>102058</c:v>
                </c:pt>
                <c:pt idx="389">
                  <c:v>15851</c:v>
                </c:pt>
                <c:pt idx="390">
                  <c:v>18106</c:v>
                </c:pt>
                <c:pt idx="391">
                  <c:v>2816</c:v>
                </c:pt>
                <c:pt idx="392">
                  <c:v>15015</c:v>
                </c:pt>
                <c:pt idx="393">
                  <c:v>685</c:v>
                </c:pt>
                <c:pt idx="394">
                  <c:v>29050</c:v>
                </c:pt>
                <c:pt idx="395">
                  <c:v>2923</c:v>
                </c:pt>
                <c:pt idx="396">
                  <c:v>55127</c:v>
                </c:pt>
                <c:pt idx="397">
                  <c:v>5723</c:v>
                </c:pt>
                <c:pt idx="398">
                  <c:v>931</c:v>
                </c:pt>
                <c:pt idx="399">
                  <c:v>608</c:v>
                </c:pt>
                <c:pt idx="400">
                  <c:v>27968</c:v>
                </c:pt>
                <c:pt idx="401">
                  <c:v>6130</c:v>
                </c:pt>
                <c:pt idx="402">
                  <c:v>49250</c:v>
                </c:pt>
                <c:pt idx="403">
                  <c:v>6637</c:v>
                </c:pt>
                <c:pt idx="404">
                  <c:v>1376</c:v>
                </c:pt>
                <c:pt idx="405">
                  <c:v>609</c:v>
                </c:pt>
                <c:pt idx="406">
                  <c:v>18129</c:v>
                </c:pt>
                <c:pt idx="407">
                  <c:v>2000</c:v>
                </c:pt>
                <c:pt idx="408">
                  <c:v>5987</c:v>
                </c:pt>
                <c:pt idx="409">
                  <c:v>1727</c:v>
                </c:pt>
                <c:pt idx="410">
                  <c:v>1106</c:v>
                </c:pt>
                <c:pt idx="411">
                  <c:v>868</c:v>
                </c:pt>
                <c:pt idx="412">
                  <c:v>14905</c:v>
                </c:pt>
                <c:pt idx="413">
                  <c:v>4465</c:v>
                </c:pt>
                <c:pt idx="414">
                  <c:v>4254</c:v>
                </c:pt>
                <c:pt idx="415">
                  <c:v>1530</c:v>
                </c:pt>
                <c:pt idx="416">
                  <c:v>44711</c:v>
                </c:pt>
                <c:pt idx="417">
                  <c:v>9124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902-4FD2-BAE5-F578F81613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08662320"/>
        <c:axId val="539155296"/>
      </c:scatterChart>
      <c:valAx>
        <c:axId val="100866232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Длинна промта,</a:t>
                </a:r>
                <a:r>
                  <a:rPr lang="ru-RU" baseline="0"/>
                  <a:t> символ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539155296"/>
        <c:crosses val="autoZero"/>
        <c:crossBetween val="midCat"/>
      </c:valAx>
      <c:valAx>
        <c:axId val="539155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Прирост ячеек </a:t>
                </a:r>
                <a:r>
                  <a:rPr lang="en-US"/>
                  <a:t>KV</a:t>
                </a:r>
                <a:r>
                  <a:rPr lang="ru-RU"/>
                  <a:t>кэша,</a:t>
                </a:r>
                <a:r>
                  <a:rPr lang="ru-RU" baseline="0"/>
                  <a:t> ячейки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866232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Зависимость</a:t>
            </a:r>
            <a:r>
              <a:rPr lang="ru-RU" baseline="0"/>
              <a:t> заполненности кэша и времени генерации ответа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Sheet1!$K$1</c:f>
              <c:strCache>
                <c:ptCount val="1"/>
                <c:pt idx="0">
                  <c:v>kv_used_cells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trendline>
            <c:spPr>
              <a:ln w="12700" cap="rnd">
                <a:solidFill>
                  <a:schemeClr val="tx1"/>
                </a:solidFill>
                <a:prstDash val="solid"/>
              </a:ln>
              <a:effectLst/>
            </c:spPr>
            <c:trendlineType val="linear"/>
            <c:forward val="2"/>
            <c:dispRSqr val="0"/>
            <c:dispEq val="0"/>
          </c:trendline>
          <c:xVal>
            <c:numRef>
              <c:f>Sheet1!$G$2:$G$419</c:f>
              <c:numCache>
                <c:formatCode>General</c:formatCode>
                <c:ptCount val="418"/>
                <c:pt idx="0">
                  <c:v>1.2414968500000001</c:v>
                </c:pt>
                <c:pt idx="1">
                  <c:v>1.4536015333333334</c:v>
                </c:pt>
                <c:pt idx="2">
                  <c:v>1.4655396833333332</c:v>
                </c:pt>
                <c:pt idx="3">
                  <c:v>1.4814797333333334</c:v>
                </c:pt>
                <c:pt idx="4">
                  <c:v>1.5046789833333334</c:v>
                </c:pt>
                <c:pt idx="5">
                  <c:v>2.5851990499999999</c:v>
                </c:pt>
                <c:pt idx="6">
                  <c:v>2.6356946666666663</c:v>
                </c:pt>
                <c:pt idx="7">
                  <c:v>3.0873448999999997</c:v>
                </c:pt>
                <c:pt idx="8">
                  <c:v>3.143150316666667</c:v>
                </c:pt>
                <c:pt idx="9">
                  <c:v>3.1905359833333335</c:v>
                </c:pt>
                <c:pt idx="10">
                  <c:v>3.2483051999999999</c:v>
                </c:pt>
                <c:pt idx="11">
                  <c:v>3.8387662000000002</c:v>
                </c:pt>
                <c:pt idx="12">
                  <c:v>3.8877796833333331</c:v>
                </c:pt>
                <c:pt idx="13">
                  <c:v>3.9314318666666668</c:v>
                </c:pt>
                <c:pt idx="14">
                  <c:v>3.9792350000000001</c:v>
                </c:pt>
                <c:pt idx="15">
                  <c:v>7.2860556166666672</c:v>
                </c:pt>
                <c:pt idx="16">
                  <c:v>7.4637722999999996</c:v>
                </c:pt>
                <c:pt idx="17">
                  <c:v>8.0519146666666668</c:v>
                </c:pt>
                <c:pt idx="18">
                  <c:v>8.0888479499999999</c:v>
                </c:pt>
                <c:pt idx="19">
                  <c:v>8.2752912999999992</c:v>
                </c:pt>
                <c:pt idx="20">
                  <c:v>8.3360471666666669</c:v>
                </c:pt>
                <c:pt idx="21">
                  <c:v>8.5593843000000014</c:v>
                </c:pt>
                <c:pt idx="22">
                  <c:v>8.6509472499999998</c:v>
                </c:pt>
                <c:pt idx="23">
                  <c:v>8.9027368833333345</c:v>
                </c:pt>
                <c:pt idx="24">
                  <c:v>8.9930956833333333</c:v>
                </c:pt>
                <c:pt idx="25">
                  <c:v>9.0644086833333333</c:v>
                </c:pt>
                <c:pt idx="26">
                  <c:v>9.1662371500000006</c:v>
                </c:pt>
                <c:pt idx="27">
                  <c:v>11.579629199999999</c:v>
                </c:pt>
                <c:pt idx="28">
                  <c:v>11.642345066666667</c:v>
                </c:pt>
                <c:pt idx="29">
                  <c:v>17.402397716666666</c:v>
                </c:pt>
                <c:pt idx="30">
                  <c:v>19.910287050000001</c:v>
                </c:pt>
                <c:pt idx="31">
                  <c:v>1.8717583333333336E-2</c:v>
                </c:pt>
                <c:pt idx="32">
                  <c:v>3.19686E-2</c:v>
                </c:pt>
                <c:pt idx="33">
                  <c:v>1.2609702999999999</c:v>
                </c:pt>
                <c:pt idx="34">
                  <c:v>2.501899733333333</c:v>
                </c:pt>
                <c:pt idx="35">
                  <c:v>2.8134201499999998</c:v>
                </c:pt>
                <c:pt idx="36">
                  <c:v>3.0746495666666664</c:v>
                </c:pt>
                <c:pt idx="37">
                  <c:v>3.2136585000000002</c:v>
                </c:pt>
                <c:pt idx="38">
                  <c:v>3.338146033333333</c:v>
                </c:pt>
                <c:pt idx="39">
                  <c:v>3.6692307333333338</c:v>
                </c:pt>
                <c:pt idx="40">
                  <c:v>3.704952116666667</c:v>
                </c:pt>
                <c:pt idx="41">
                  <c:v>3.7646554999999995</c:v>
                </c:pt>
                <c:pt idx="42">
                  <c:v>3.8005879000000005</c:v>
                </c:pt>
                <c:pt idx="43">
                  <c:v>3.8669408333333335</c:v>
                </c:pt>
                <c:pt idx="44">
                  <c:v>4.2248989666666663</c:v>
                </c:pt>
                <c:pt idx="45">
                  <c:v>4.2779187499999995</c:v>
                </c:pt>
                <c:pt idx="46">
                  <c:v>4.3289272333333333</c:v>
                </c:pt>
                <c:pt idx="47">
                  <c:v>4.3838587000000002</c:v>
                </c:pt>
                <c:pt idx="48">
                  <c:v>4.44063125</c:v>
                </c:pt>
                <c:pt idx="49">
                  <c:v>4.49000545</c:v>
                </c:pt>
                <c:pt idx="50">
                  <c:v>4.541748150000001</c:v>
                </c:pt>
                <c:pt idx="51">
                  <c:v>4.7542906999999994</c:v>
                </c:pt>
                <c:pt idx="52">
                  <c:v>4.8147329166666664</c:v>
                </c:pt>
                <c:pt idx="53">
                  <c:v>4.9119944666666671</c:v>
                </c:pt>
                <c:pt idx="54">
                  <c:v>5.8497618166666667</c:v>
                </c:pt>
                <c:pt idx="55">
                  <c:v>6.1645567999999997</c:v>
                </c:pt>
                <c:pt idx="56">
                  <c:v>6.3661838999999993</c:v>
                </c:pt>
                <c:pt idx="57">
                  <c:v>6.4052818166666672</c:v>
                </c:pt>
                <c:pt idx="58">
                  <c:v>6.4450117999999996</c:v>
                </c:pt>
                <c:pt idx="59">
                  <c:v>6.536021016666667</c:v>
                </c:pt>
                <c:pt idx="60">
                  <c:v>7.6233661333333336</c:v>
                </c:pt>
                <c:pt idx="61">
                  <c:v>7.7248810333333333</c:v>
                </c:pt>
                <c:pt idx="62">
                  <c:v>8.5058457333333344</c:v>
                </c:pt>
                <c:pt idx="63">
                  <c:v>8.5578610500000014</c:v>
                </c:pt>
                <c:pt idx="64">
                  <c:v>8.610626700000001</c:v>
                </c:pt>
                <c:pt idx="65">
                  <c:v>8.6634545666666671</c:v>
                </c:pt>
                <c:pt idx="66">
                  <c:v>8.7169657166666674</c:v>
                </c:pt>
                <c:pt idx="67">
                  <c:v>8.7712902166666655</c:v>
                </c:pt>
                <c:pt idx="68">
                  <c:v>8.8259012999999999</c:v>
                </c:pt>
                <c:pt idx="69">
                  <c:v>8.8827329833333337</c:v>
                </c:pt>
                <c:pt idx="70">
                  <c:v>8.9389591833333331</c:v>
                </c:pt>
                <c:pt idx="71">
                  <c:v>2.0403633333333334E-2</c:v>
                </c:pt>
                <c:pt idx="72">
                  <c:v>4.0857616666666666E-2</c:v>
                </c:pt>
                <c:pt idx="73">
                  <c:v>0.1303327</c:v>
                </c:pt>
                <c:pt idx="74">
                  <c:v>0.24145623333333333</c:v>
                </c:pt>
                <c:pt idx="75">
                  <c:v>0.25424635000000001</c:v>
                </c:pt>
                <c:pt idx="76">
                  <c:v>0.26673181666666668</c:v>
                </c:pt>
                <c:pt idx="77">
                  <c:v>0.33400979999999997</c:v>
                </c:pt>
                <c:pt idx="78">
                  <c:v>0.34669640000000002</c:v>
                </c:pt>
                <c:pt idx="79">
                  <c:v>0.36644149999999998</c:v>
                </c:pt>
                <c:pt idx="80">
                  <c:v>0.42328595000000002</c:v>
                </c:pt>
                <c:pt idx="81">
                  <c:v>0.44360104999999994</c:v>
                </c:pt>
                <c:pt idx="82">
                  <c:v>0.52541228333333334</c:v>
                </c:pt>
                <c:pt idx="83">
                  <c:v>0.56794178333333334</c:v>
                </c:pt>
                <c:pt idx="84">
                  <c:v>0.61117246666666658</c:v>
                </c:pt>
                <c:pt idx="85">
                  <c:v>0.82801231666666675</c:v>
                </c:pt>
                <c:pt idx="86">
                  <c:v>0.9893594166666666</c:v>
                </c:pt>
                <c:pt idx="87">
                  <c:v>1.0389498333333334</c:v>
                </c:pt>
                <c:pt idx="88">
                  <c:v>1.0785600166666667</c:v>
                </c:pt>
                <c:pt idx="89">
                  <c:v>1.1070932000000002</c:v>
                </c:pt>
                <c:pt idx="90">
                  <c:v>1.1376356166666668</c:v>
                </c:pt>
                <c:pt idx="91">
                  <c:v>1.4838392499999999</c:v>
                </c:pt>
                <c:pt idx="92">
                  <c:v>1.5523443333333333</c:v>
                </c:pt>
                <c:pt idx="93">
                  <c:v>1.5893253333333335</c:v>
                </c:pt>
                <c:pt idx="94">
                  <c:v>1.6260598500000001</c:v>
                </c:pt>
                <c:pt idx="95">
                  <c:v>1.8466891999999999</c:v>
                </c:pt>
                <c:pt idx="96">
                  <c:v>1.9609819333333331</c:v>
                </c:pt>
                <c:pt idx="97">
                  <c:v>2.0013274666666669</c:v>
                </c:pt>
                <c:pt idx="98">
                  <c:v>2.0731872333333334</c:v>
                </c:pt>
                <c:pt idx="99">
                  <c:v>2.1171620666666668</c:v>
                </c:pt>
                <c:pt idx="100">
                  <c:v>2.1627558666666666</c:v>
                </c:pt>
                <c:pt idx="101">
                  <c:v>4.1448850000000002E-2</c:v>
                </c:pt>
                <c:pt idx="102">
                  <c:v>9.4883883333333349E-2</c:v>
                </c:pt>
                <c:pt idx="103">
                  <c:v>0.13635696666666666</c:v>
                </c:pt>
                <c:pt idx="104">
                  <c:v>0.17842513333333335</c:v>
                </c:pt>
                <c:pt idx="105">
                  <c:v>0.21778145000000002</c:v>
                </c:pt>
                <c:pt idx="106">
                  <c:v>0.25879893333333331</c:v>
                </c:pt>
                <c:pt idx="107">
                  <c:v>0.3016272333333333</c:v>
                </c:pt>
                <c:pt idx="108">
                  <c:v>0.34582111666666665</c:v>
                </c:pt>
                <c:pt idx="109">
                  <c:v>0.39916343333333332</c:v>
                </c:pt>
                <c:pt idx="110">
                  <c:v>0.45451386666666665</c:v>
                </c:pt>
                <c:pt idx="111">
                  <c:v>0.51127833333333339</c:v>
                </c:pt>
                <c:pt idx="112">
                  <c:v>0.56923639999999998</c:v>
                </c:pt>
                <c:pt idx="113">
                  <c:v>0.32533255</c:v>
                </c:pt>
                <c:pt idx="114">
                  <c:v>0.43859926666666665</c:v>
                </c:pt>
                <c:pt idx="115">
                  <c:v>0.55493626666666673</c:v>
                </c:pt>
                <c:pt idx="116">
                  <c:v>0.67091974999999993</c:v>
                </c:pt>
                <c:pt idx="117">
                  <c:v>2.2499711166666665</c:v>
                </c:pt>
                <c:pt idx="118">
                  <c:v>3.542217916666667</c:v>
                </c:pt>
                <c:pt idx="119">
                  <c:v>3.9867401333333334</c:v>
                </c:pt>
                <c:pt idx="120">
                  <c:v>4.413575166666666</c:v>
                </c:pt>
                <c:pt idx="121">
                  <c:v>1.9831083333333333E-2</c:v>
                </c:pt>
                <c:pt idx="122">
                  <c:v>5.280728333333333E-2</c:v>
                </c:pt>
                <c:pt idx="123">
                  <c:v>0.11458923333333335</c:v>
                </c:pt>
                <c:pt idx="124">
                  <c:v>0.1386506833333333</c:v>
                </c:pt>
                <c:pt idx="125">
                  <c:v>0.16466821666666667</c:v>
                </c:pt>
                <c:pt idx="126">
                  <c:v>0.19013783333333334</c:v>
                </c:pt>
                <c:pt idx="127">
                  <c:v>0.27203426666666669</c:v>
                </c:pt>
                <c:pt idx="128">
                  <c:v>0.30843588333333327</c:v>
                </c:pt>
                <c:pt idx="129">
                  <c:v>0.44643206666666663</c:v>
                </c:pt>
                <c:pt idx="130">
                  <c:v>0.57047563333333329</c:v>
                </c:pt>
                <c:pt idx="131">
                  <c:v>0.6371600999999999</c:v>
                </c:pt>
                <c:pt idx="132">
                  <c:v>0.71035878333333335</c:v>
                </c:pt>
                <c:pt idx="133">
                  <c:v>0.87826403333333336</c:v>
                </c:pt>
                <c:pt idx="134">
                  <c:v>1.0410191499999999</c:v>
                </c:pt>
                <c:pt idx="135">
                  <c:v>6.9863449999999994E-2</c:v>
                </c:pt>
                <c:pt idx="136">
                  <c:v>0.4384775666666666</c:v>
                </c:pt>
                <c:pt idx="137">
                  <c:v>0.90165546666666663</c:v>
                </c:pt>
                <c:pt idx="138">
                  <c:v>1.0472852666666668</c:v>
                </c:pt>
                <c:pt idx="139">
                  <c:v>5.7386952166666667</c:v>
                </c:pt>
                <c:pt idx="140">
                  <c:v>6.0445094500000005</c:v>
                </c:pt>
                <c:pt idx="141">
                  <c:v>7.3756549333333332</c:v>
                </c:pt>
                <c:pt idx="142">
                  <c:v>11.316462100000001</c:v>
                </c:pt>
                <c:pt idx="143">
                  <c:v>12.594402116666666</c:v>
                </c:pt>
                <c:pt idx="144">
                  <c:v>13.506232450000001</c:v>
                </c:pt>
                <c:pt idx="145">
                  <c:v>0.1599333</c:v>
                </c:pt>
                <c:pt idx="146">
                  <c:v>0.37284896666666667</c:v>
                </c:pt>
                <c:pt idx="147">
                  <c:v>1.1937454333333333</c:v>
                </c:pt>
                <c:pt idx="148">
                  <c:v>1.5497701333333334</c:v>
                </c:pt>
                <c:pt idx="149">
                  <c:v>1.6695801166666666</c:v>
                </c:pt>
                <c:pt idx="150">
                  <c:v>1.7660184833333332</c:v>
                </c:pt>
                <c:pt idx="151">
                  <c:v>3.1220597666666667</c:v>
                </c:pt>
                <c:pt idx="152">
                  <c:v>4.9901774166666675</c:v>
                </c:pt>
                <c:pt idx="153">
                  <c:v>5.5096486499999999</c:v>
                </c:pt>
                <c:pt idx="154">
                  <c:v>5.6482399666666661</c:v>
                </c:pt>
                <c:pt idx="155">
                  <c:v>5.942223516666667</c:v>
                </c:pt>
                <c:pt idx="156">
                  <c:v>6.952569866666666</c:v>
                </c:pt>
                <c:pt idx="157">
                  <c:v>11.046163483333334</c:v>
                </c:pt>
                <c:pt idx="158">
                  <c:v>11.583261633333333</c:v>
                </c:pt>
                <c:pt idx="159">
                  <c:v>12.97092705</c:v>
                </c:pt>
                <c:pt idx="160">
                  <c:v>14.254395966666667</c:v>
                </c:pt>
                <c:pt idx="161">
                  <c:v>2.4976633333333331E-2</c:v>
                </c:pt>
                <c:pt idx="162">
                  <c:v>5.0835683333333333E-2</c:v>
                </c:pt>
                <c:pt idx="163">
                  <c:v>9.419198333333334E-2</c:v>
                </c:pt>
                <c:pt idx="164">
                  <c:v>0.13995353333333332</c:v>
                </c:pt>
                <c:pt idx="165">
                  <c:v>0.19474678333333334</c:v>
                </c:pt>
                <c:pt idx="166">
                  <c:v>0.25053033333333335</c:v>
                </c:pt>
                <c:pt idx="167">
                  <c:v>0.31004823333333331</c:v>
                </c:pt>
                <c:pt idx="168">
                  <c:v>0.37687850000000001</c:v>
                </c:pt>
                <c:pt idx="169">
                  <c:v>0.80209973333333329</c:v>
                </c:pt>
                <c:pt idx="170">
                  <c:v>1.2069757333333333</c:v>
                </c:pt>
                <c:pt idx="171">
                  <c:v>1.2935452666666667</c:v>
                </c:pt>
                <c:pt idx="172">
                  <c:v>1.3923866166666667</c:v>
                </c:pt>
                <c:pt idx="173">
                  <c:v>7.1903016666666666E-2</c:v>
                </c:pt>
                <c:pt idx="174">
                  <c:v>0.11120785</c:v>
                </c:pt>
                <c:pt idx="175">
                  <c:v>0.28353550000000005</c:v>
                </c:pt>
                <c:pt idx="176">
                  <c:v>0.34705768333333331</c:v>
                </c:pt>
                <c:pt idx="177">
                  <c:v>0.79424291666666658</c:v>
                </c:pt>
                <c:pt idx="178">
                  <c:v>0.90514815000000004</c:v>
                </c:pt>
                <c:pt idx="179">
                  <c:v>1.0953214499999999</c:v>
                </c:pt>
                <c:pt idx="180">
                  <c:v>1.2717889666666666</c:v>
                </c:pt>
                <c:pt idx="181">
                  <c:v>1.4899652333333333</c:v>
                </c:pt>
                <c:pt idx="182">
                  <c:v>1.7029773000000001</c:v>
                </c:pt>
                <c:pt idx="183">
                  <c:v>1.5610054500000001</c:v>
                </c:pt>
                <c:pt idx="184">
                  <c:v>1.6001003333333335</c:v>
                </c:pt>
                <c:pt idx="185">
                  <c:v>1.7855206666666668</c:v>
                </c:pt>
                <c:pt idx="186">
                  <c:v>1.8327322499999998</c:v>
                </c:pt>
                <c:pt idx="187">
                  <c:v>4.0022871499999999</c:v>
                </c:pt>
                <c:pt idx="188">
                  <c:v>4.3024718166666664</c:v>
                </c:pt>
                <c:pt idx="189">
                  <c:v>4.4390534000000006</c:v>
                </c:pt>
                <c:pt idx="190">
                  <c:v>4.5951001666666667</c:v>
                </c:pt>
                <c:pt idx="191">
                  <c:v>4.9736210666666674</c:v>
                </c:pt>
                <c:pt idx="192">
                  <c:v>5.3692817166666664</c:v>
                </c:pt>
                <c:pt idx="193">
                  <c:v>5.7249771999999997</c:v>
                </c:pt>
                <c:pt idx="194">
                  <c:v>6.0615086833333329</c:v>
                </c:pt>
                <c:pt idx="195">
                  <c:v>6.6803309333333338</c:v>
                </c:pt>
                <c:pt idx="196">
                  <c:v>7.2851780666666661</c:v>
                </c:pt>
                <c:pt idx="197">
                  <c:v>10.668219099999998</c:v>
                </c:pt>
                <c:pt idx="198">
                  <c:v>14.11207615</c:v>
                </c:pt>
                <c:pt idx="199">
                  <c:v>15.099392183333332</c:v>
                </c:pt>
                <c:pt idx="200">
                  <c:v>16.109062766666664</c:v>
                </c:pt>
                <c:pt idx="201">
                  <c:v>4.6362466666666664E-2</c:v>
                </c:pt>
                <c:pt idx="202">
                  <c:v>0.11149291666666666</c:v>
                </c:pt>
                <c:pt idx="203">
                  <c:v>0.25120935</c:v>
                </c:pt>
                <c:pt idx="204">
                  <c:v>0.30232320000000001</c:v>
                </c:pt>
                <c:pt idx="205">
                  <c:v>0.35371904999999998</c:v>
                </c:pt>
                <c:pt idx="206">
                  <c:v>0.44113373333333333</c:v>
                </c:pt>
                <c:pt idx="207">
                  <c:v>0.50240223333333334</c:v>
                </c:pt>
                <c:pt idx="208">
                  <c:v>2.1581883500000001</c:v>
                </c:pt>
                <c:pt idx="209">
                  <c:v>2.2087496999999998</c:v>
                </c:pt>
                <c:pt idx="210">
                  <c:v>2.3777142499999999</c:v>
                </c:pt>
                <c:pt idx="211">
                  <c:v>2.5377924333333337</c:v>
                </c:pt>
                <c:pt idx="212">
                  <c:v>2.7510605000000004</c:v>
                </c:pt>
                <c:pt idx="213">
                  <c:v>2.952528983333333</c:v>
                </c:pt>
                <c:pt idx="214">
                  <c:v>3.2311940833333335</c:v>
                </c:pt>
                <c:pt idx="215">
                  <c:v>3.5021578333333334</c:v>
                </c:pt>
                <c:pt idx="216">
                  <c:v>0.23544939999999998</c:v>
                </c:pt>
                <c:pt idx="217">
                  <c:v>0.44015066666666669</c:v>
                </c:pt>
                <c:pt idx="218">
                  <c:v>0.9546467833333333</c:v>
                </c:pt>
                <c:pt idx="219">
                  <c:v>1.0148516666666667</c:v>
                </c:pt>
                <c:pt idx="220">
                  <c:v>1.033598</c:v>
                </c:pt>
                <c:pt idx="221">
                  <c:v>1.0527834833333334</c:v>
                </c:pt>
                <c:pt idx="222">
                  <c:v>1.0748126499999999</c:v>
                </c:pt>
                <c:pt idx="223">
                  <c:v>1.0971869833333334</c:v>
                </c:pt>
                <c:pt idx="224">
                  <c:v>1.1233585666666666</c:v>
                </c:pt>
                <c:pt idx="225">
                  <c:v>1.1490210000000001</c:v>
                </c:pt>
                <c:pt idx="226">
                  <c:v>1.1828991166666667</c:v>
                </c:pt>
                <c:pt idx="227">
                  <c:v>1.2189026166666668</c:v>
                </c:pt>
                <c:pt idx="228">
                  <c:v>1.2613475333333333</c:v>
                </c:pt>
                <c:pt idx="229">
                  <c:v>1.305266</c:v>
                </c:pt>
                <c:pt idx="230">
                  <c:v>1.3610473666666667</c:v>
                </c:pt>
                <c:pt idx="231">
                  <c:v>1.4172311166666667</c:v>
                </c:pt>
                <c:pt idx="232">
                  <c:v>1.4787378499999997</c:v>
                </c:pt>
                <c:pt idx="233">
                  <c:v>1.5404240999999999</c:v>
                </c:pt>
                <c:pt idx="234">
                  <c:v>1.6034708666666664</c:v>
                </c:pt>
                <c:pt idx="235">
                  <c:v>1.6670707833333334</c:v>
                </c:pt>
                <c:pt idx="236">
                  <c:v>1.7337696</c:v>
                </c:pt>
                <c:pt idx="237">
                  <c:v>1.7998773666666668</c:v>
                </c:pt>
                <c:pt idx="238">
                  <c:v>1.8556892</c:v>
                </c:pt>
                <c:pt idx="239">
                  <c:v>1.9235644166666668</c:v>
                </c:pt>
                <c:pt idx="240">
                  <c:v>1.9932445333333333</c:v>
                </c:pt>
                <c:pt idx="241">
                  <c:v>2.0618499666666668</c:v>
                </c:pt>
                <c:pt idx="242">
                  <c:v>7.3703016666666649E-2</c:v>
                </c:pt>
                <c:pt idx="243">
                  <c:v>0.12962153333333334</c:v>
                </c:pt>
                <c:pt idx="244">
                  <c:v>0.25172685</c:v>
                </c:pt>
                <c:pt idx="245">
                  <c:v>0.40055566666666664</c:v>
                </c:pt>
                <c:pt idx="246">
                  <c:v>3.1426130333333333</c:v>
                </c:pt>
                <c:pt idx="247">
                  <c:v>3.4854560999999999</c:v>
                </c:pt>
                <c:pt idx="248">
                  <c:v>3.7121374500000002</c:v>
                </c:pt>
                <c:pt idx="249">
                  <c:v>4.1318210166666667</c:v>
                </c:pt>
                <c:pt idx="250">
                  <c:v>4.2643533166666669</c:v>
                </c:pt>
                <c:pt idx="251">
                  <c:v>4.4075433666666672</c:v>
                </c:pt>
                <c:pt idx="252">
                  <c:v>4.4668673500000002</c:v>
                </c:pt>
                <c:pt idx="253">
                  <c:v>4.527888616666667</c:v>
                </c:pt>
                <c:pt idx="254">
                  <c:v>8.3897708499999997</c:v>
                </c:pt>
                <c:pt idx="255">
                  <c:v>8.5789542333333326</c:v>
                </c:pt>
                <c:pt idx="256">
                  <c:v>8.6543282166666682</c:v>
                </c:pt>
                <c:pt idx="257">
                  <c:v>8.7286775166666661</c:v>
                </c:pt>
                <c:pt idx="258">
                  <c:v>0.18176996666666667</c:v>
                </c:pt>
                <c:pt idx="259">
                  <c:v>0.23161814999999999</c:v>
                </c:pt>
                <c:pt idx="260">
                  <c:v>0.28967011666666664</c:v>
                </c:pt>
                <c:pt idx="261">
                  <c:v>0.50075256666666668</c:v>
                </c:pt>
                <c:pt idx="262">
                  <c:v>0.78321498333333328</c:v>
                </c:pt>
                <c:pt idx="263">
                  <c:v>1.0422837833333334</c:v>
                </c:pt>
                <c:pt idx="264">
                  <c:v>1.147411516666667</c:v>
                </c:pt>
                <c:pt idx="265">
                  <c:v>1.2788948333333332</c:v>
                </c:pt>
                <c:pt idx="266">
                  <c:v>0.14869266666666667</c:v>
                </c:pt>
                <c:pt idx="267">
                  <c:v>0.2873469666666667</c:v>
                </c:pt>
                <c:pt idx="268">
                  <c:v>1.4288491666666665</c:v>
                </c:pt>
                <c:pt idx="269">
                  <c:v>5.7032883333333333E-2</c:v>
                </c:pt>
                <c:pt idx="270">
                  <c:v>0.11307076666666667</c:v>
                </c:pt>
                <c:pt idx="271">
                  <c:v>0.23397618333333331</c:v>
                </c:pt>
                <c:pt idx="272">
                  <c:v>0.35828385000000001</c:v>
                </c:pt>
                <c:pt idx="273">
                  <c:v>0.56607296666666662</c:v>
                </c:pt>
                <c:pt idx="274">
                  <c:v>0.76627571666666661</c:v>
                </c:pt>
                <c:pt idx="275">
                  <c:v>1.03100255</c:v>
                </c:pt>
                <c:pt idx="276">
                  <c:v>1.2881910500000002</c:v>
                </c:pt>
                <c:pt idx="277">
                  <c:v>1.5801786499999999</c:v>
                </c:pt>
                <c:pt idx="278">
                  <c:v>1.8627208499999999</c:v>
                </c:pt>
                <c:pt idx="279">
                  <c:v>2.1664105</c:v>
                </c:pt>
                <c:pt idx="280">
                  <c:v>2.45904875</c:v>
                </c:pt>
                <c:pt idx="281">
                  <c:v>2.5167849999999999E-2</c:v>
                </c:pt>
                <c:pt idx="282">
                  <c:v>4.4541216666666668E-2</c:v>
                </c:pt>
                <c:pt idx="283">
                  <c:v>0.66676141666666666</c:v>
                </c:pt>
                <c:pt idx="284">
                  <c:v>0.72258818333333319</c:v>
                </c:pt>
                <c:pt idx="285">
                  <c:v>0.8197350166666667</c:v>
                </c:pt>
                <c:pt idx="286">
                  <c:v>0.91601314999999994</c:v>
                </c:pt>
                <c:pt idx="287">
                  <c:v>1.7098407666666666</c:v>
                </c:pt>
                <c:pt idx="288">
                  <c:v>2.5069604833333328</c:v>
                </c:pt>
                <c:pt idx="289">
                  <c:v>2.7312885833333334</c:v>
                </c:pt>
                <c:pt idx="290">
                  <c:v>8.2591832499999995</c:v>
                </c:pt>
                <c:pt idx="291">
                  <c:v>0.20838113333333336</c:v>
                </c:pt>
                <c:pt idx="292">
                  <c:v>0.23378546666666669</c:v>
                </c:pt>
                <c:pt idx="293">
                  <c:v>0.51220331666666674</c:v>
                </c:pt>
                <c:pt idx="294">
                  <c:v>1.7065529333333336</c:v>
                </c:pt>
                <c:pt idx="295">
                  <c:v>2.0406519666666667</c:v>
                </c:pt>
                <c:pt idx="296">
                  <c:v>2.2145535499999998</c:v>
                </c:pt>
                <c:pt idx="297">
                  <c:v>2.3423089666666663</c:v>
                </c:pt>
                <c:pt idx="298">
                  <c:v>2.50826935</c:v>
                </c:pt>
                <c:pt idx="299">
                  <c:v>3.61890475</c:v>
                </c:pt>
                <c:pt idx="300">
                  <c:v>3.7007447666666664</c:v>
                </c:pt>
                <c:pt idx="301">
                  <c:v>3.7739437333333337</c:v>
                </c:pt>
                <c:pt idx="302">
                  <c:v>3.8550977499999997</c:v>
                </c:pt>
                <c:pt idx="303">
                  <c:v>4.0445125833333337</c:v>
                </c:pt>
                <c:pt idx="304">
                  <c:v>4.2698789833333333</c:v>
                </c:pt>
                <c:pt idx="305">
                  <c:v>5.5335096166666666</c:v>
                </c:pt>
                <c:pt idx="306">
                  <c:v>5.662311083333333</c:v>
                </c:pt>
                <c:pt idx="307">
                  <c:v>5.7679017000000004</c:v>
                </c:pt>
                <c:pt idx="308">
                  <c:v>6.5636116666666661E-2</c:v>
                </c:pt>
                <c:pt idx="309">
                  <c:v>0.18841895</c:v>
                </c:pt>
                <c:pt idx="310">
                  <c:v>0.56113803333333334</c:v>
                </c:pt>
                <c:pt idx="311">
                  <c:v>2.7543321166666668</c:v>
                </c:pt>
                <c:pt idx="312">
                  <c:v>2.848885783333333</c:v>
                </c:pt>
                <c:pt idx="313">
                  <c:v>3.0567475499999999</c:v>
                </c:pt>
                <c:pt idx="314">
                  <c:v>3.2041924999999996</c:v>
                </c:pt>
                <c:pt idx="315">
                  <c:v>4.2217448333333332</c:v>
                </c:pt>
                <c:pt idx="316">
                  <c:v>4.3170003833333332</c:v>
                </c:pt>
                <c:pt idx="317">
                  <c:v>4.4141154666666669</c:v>
                </c:pt>
                <c:pt idx="318">
                  <c:v>5.0911774000000003</c:v>
                </c:pt>
                <c:pt idx="319">
                  <c:v>5.2477312500000002</c:v>
                </c:pt>
                <c:pt idx="320">
                  <c:v>5.4218443166666663</c:v>
                </c:pt>
                <c:pt idx="321">
                  <c:v>5.6913820666666668</c:v>
                </c:pt>
                <c:pt idx="322">
                  <c:v>5.9027647999999999</c:v>
                </c:pt>
                <c:pt idx="323">
                  <c:v>6.7050795499999998</c:v>
                </c:pt>
                <c:pt idx="324">
                  <c:v>7.2881318333333329</c:v>
                </c:pt>
                <c:pt idx="325">
                  <c:v>7.4168713166666667</c:v>
                </c:pt>
                <c:pt idx="326">
                  <c:v>8.5019253333333342</c:v>
                </c:pt>
                <c:pt idx="327">
                  <c:v>9.6654578833333336</c:v>
                </c:pt>
                <c:pt idx="328">
                  <c:v>9.9144310999999998</c:v>
                </c:pt>
                <c:pt idx="329">
                  <c:v>7.275808333333332E-2</c:v>
                </c:pt>
                <c:pt idx="330">
                  <c:v>0.18001496666666666</c:v>
                </c:pt>
                <c:pt idx="331">
                  <c:v>0.27531824999999999</c:v>
                </c:pt>
                <c:pt idx="332">
                  <c:v>0.35554568333333336</c:v>
                </c:pt>
                <c:pt idx="333">
                  <c:v>0.45528453333333335</c:v>
                </c:pt>
                <c:pt idx="334">
                  <c:v>0.55414140000000001</c:v>
                </c:pt>
                <c:pt idx="335">
                  <c:v>3.2413216666666668E-2</c:v>
                </c:pt>
                <c:pt idx="336">
                  <c:v>7.1694050000000009E-2</c:v>
                </c:pt>
                <c:pt idx="337">
                  <c:v>0.11658450000000001</c:v>
                </c:pt>
                <c:pt idx="338">
                  <c:v>0.16372210000000001</c:v>
                </c:pt>
                <c:pt idx="339">
                  <c:v>0.22360474999999999</c:v>
                </c:pt>
                <c:pt idx="340">
                  <c:v>0.41720235</c:v>
                </c:pt>
                <c:pt idx="341">
                  <c:v>0.48606949999999999</c:v>
                </c:pt>
                <c:pt idx="342">
                  <c:v>0.55485431666666662</c:v>
                </c:pt>
                <c:pt idx="343">
                  <c:v>0.63957658333333334</c:v>
                </c:pt>
                <c:pt idx="344">
                  <c:v>0.72400768333333343</c:v>
                </c:pt>
                <c:pt idx="345">
                  <c:v>0.80589894999999989</c:v>
                </c:pt>
                <c:pt idx="346">
                  <c:v>0.90496271666666661</c:v>
                </c:pt>
                <c:pt idx="347">
                  <c:v>1.0401875666666667</c:v>
                </c:pt>
                <c:pt idx="348">
                  <c:v>1.1753352166666666</c:v>
                </c:pt>
                <c:pt idx="349">
                  <c:v>4.8646833333333334E-2</c:v>
                </c:pt>
                <c:pt idx="350">
                  <c:v>9.7729549999999998E-2</c:v>
                </c:pt>
                <c:pt idx="351">
                  <c:v>0.13109200000000001</c:v>
                </c:pt>
                <c:pt idx="352">
                  <c:v>0.16626845000000001</c:v>
                </c:pt>
                <c:pt idx="353">
                  <c:v>0.21668194999999998</c:v>
                </c:pt>
                <c:pt idx="354">
                  <c:v>0.25995593333333333</c:v>
                </c:pt>
                <c:pt idx="355">
                  <c:v>0.37044198333333334</c:v>
                </c:pt>
                <c:pt idx="356">
                  <c:v>0.47544946666666665</c:v>
                </c:pt>
                <c:pt idx="357">
                  <c:v>0.6789831833333333</c:v>
                </c:pt>
                <c:pt idx="358">
                  <c:v>5.2886280999999995</c:v>
                </c:pt>
                <c:pt idx="359">
                  <c:v>5.4131018499999994</c:v>
                </c:pt>
                <c:pt idx="360">
                  <c:v>5.5917670833333339</c:v>
                </c:pt>
                <c:pt idx="361">
                  <c:v>5.6693581333333336</c:v>
                </c:pt>
                <c:pt idx="362">
                  <c:v>9.0344616666666655E-2</c:v>
                </c:pt>
                <c:pt idx="363">
                  <c:v>0.27684865000000003</c:v>
                </c:pt>
                <c:pt idx="364">
                  <c:v>0.30924476666666667</c:v>
                </c:pt>
                <c:pt idx="365">
                  <c:v>0.32281111666666668</c:v>
                </c:pt>
                <c:pt idx="366">
                  <c:v>0.34917005000000001</c:v>
                </c:pt>
                <c:pt idx="367">
                  <c:v>0.37160886666666665</c:v>
                </c:pt>
                <c:pt idx="368">
                  <c:v>0.82195253333333329</c:v>
                </c:pt>
                <c:pt idx="369">
                  <c:v>1.0841467833333334</c:v>
                </c:pt>
                <c:pt idx="370">
                  <c:v>1.1018584833333336</c:v>
                </c:pt>
                <c:pt idx="371">
                  <c:v>1.1261926333333334</c:v>
                </c:pt>
                <c:pt idx="372">
                  <c:v>1.1676705166666668</c:v>
                </c:pt>
                <c:pt idx="373">
                  <c:v>1.2087069333333331</c:v>
                </c:pt>
                <c:pt idx="374">
                  <c:v>1.2395703500000002</c:v>
                </c:pt>
                <c:pt idx="375">
                  <c:v>1.2911330333333335</c:v>
                </c:pt>
                <c:pt idx="376">
                  <c:v>1.3249832333333336</c:v>
                </c:pt>
                <c:pt idx="377">
                  <c:v>1.3592313166666665</c:v>
                </c:pt>
                <c:pt idx="378">
                  <c:v>1.37790145</c:v>
                </c:pt>
                <c:pt idx="379">
                  <c:v>1.4226172833333333</c:v>
                </c:pt>
                <c:pt idx="380">
                  <c:v>1.44145455</c:v>
                </c:pt>
                <c:pt idx="381">
                  <c:v>1.5068285166666666</c:v>
                </c:pt>
                <c:pt idx="382">
                  <c:v>1.5267793499999998</c:v>
                </c:pt>
                <c:pt idx="383">
                  <c:v>1.5501183000000001</c:v>
                </c:pt>
                <c:pt idx="384">
                  <c:v>1.5745064833333333</c:v>
                </c:pt>
                <c:pt idx="385">
                  <c:v>1.6529020500000002</c:v>
                </c:pt>
                <c:pt idx="386">
                  <c:v>1.7247795333333333</c:v>
                </c:pt>
                <c:pt idx="387">
                  <c:v>1.7951547166666666</c:v>
                </c:pt>
                <c:pt idx="388">
                  <c:v>8.2602899999999993E-2</c:v>
                </c:pt>
                <c:pt idx="389">
                  <c:v>0.74614883333333326</c:v>
                </c:pt>
                <c:pt idx="390">
                  <c:v>1.0413062333333334</c:v>
                </c:pt>
                <c:pt idx="391">
                  <c:v>1.1168947999999999</c:v>
                </c:pt>
                <c:pt idx="392">
                  <c:v>1.2501076500000001</c:v>
                </c:pt>
                <c:pt idx="393">
                  <c:v>1.3572060166666666</c:v>
                </c:pt>
                <c:pt idx="394">
                  <c:v>1.4898053499999999</c:v>
                </c:pt>
                <c:pt idx="395">
                  <c:v>1.6197182666666667</c:v>
                </c:pt>
                <c:pt idx="396">
                  <c:v>3.5263449999999995E-2</c:v>
                </c:pt>
                <c:pt idx="397">
                  <c:v>6.2897049999999996E-2</c:v>
                </c:pt>
                <c:pt idx="398">
                  <c:v>0.10101045</c:v>
                </c:pt>
                <c:pt idx="399">
                  <c:v>0.11308388333333334</c:v>
                </c:pt>
                <c:pt idx="400">
                  <c:v>0.16842574999999999</c:v>
                </c:pt>
                <c:pt idx="401">
                  <c:v>0.21178353333333336</c:v>
                </c:pt>
                <c:pt idx="402">
                  <c:v>0.28726684999999996</c:v>
                </c:pt>
                <c:pt idx="403">
                  <c:v>0.39128591666666668</c:v>
                </c:pt>
                <c:pt idx="404">
                  <c:v>1.3612128166666666</c:v>
                </c:pt>
                <c:pt idx="405">
                  <c:v>2.3478077833333333</c:v>
                </c:pt>
                <c:pt idx="406">
                  <c:v>2.4831736499999999</c:v>
                </c:pt>
                <c:pt idx="407">
                  <c:v>2.5729755000000001</c:v>
                </c:pt>
                <c:pt idx="408">
                  <c:v>2.6663045666666667</c:v>
                </c:pt>
                <c:pt idx="409">
                  <c:v>2.7997462666666668</c:v>
                </c:pt>
                <c:pt idx="410">
                  <c:v>2.98138455</c:v>
                </c:pt>
                <c:pt idx="411">
                  <c:v>3.0778085166666664</c:v>
                </c:pt>
                <c:pt idx="412">
                  <c:v>3.1838951666666664</c:v>
                </c:pt>
                <c:pt idx="413">
                  <c:v>3.2898635000000001</c:v>
                </c:pt>
                <c:pt idx="414">
                  <c:v>3.3978009666666664</c:v>
                </c:pt>
                <c:pt idx="415">
                  <c:v>3.528513283333333</c:v>
                </c:pt>
                <c:pt idx="416">
                  <c:v>0.28390734999999995</c:v>
                </c:pt>
                <c:pt idx="417">
                  <c:v>0.4322334166666667</c:v>
                </c:pt>
              </c:numCache>
            </c:numRef>
          </c:xVal>
          <c:yVal>
            <c:numRef>
              <c:f>Sheet1!$H:$H</c:f>
              <c:numCache>
                <c:formatCode>General</c:formatCode>
                <c:ptCount val="1048576"/>
                <c:pt idx="0">
                  <c:v>0</c:v>
                </c:pt>
                <c:pt idx="1">
                  <c:v>6396</c:v>
                </c:pt>
                <c:pt idx="2">
                  <c:v>6747</c:v>
                </c:pt>
                <c:pt idx="3">
                  <c:v>6985</c:v>
                </c:pt>
                <c:pt idx="4">
                  <c:v>7243</c:v>
                </c:pt>
                <c:pt idx="5">
                  <c:v>10225</c:v>
                </c:pt>
                <c:pt idx="6">
                  <c:v>17353</c:v>
                </c:pt>
                <c:pt idx="7">
                  <c:v>17615</c:v>
                </c:pt>
                <c:pt idx="8">
                  <c:v>20311</c:v>
                </c:pt>
                <c:pt idx="9">
                  <c:v>20993</c:v>
                </c:pt>
                <c:pt idx="10">
                  <c:v>22608</c:v>
                </c:pt>
                <c:pt idx="11">
                  <c:v>23041</c:v>
                </c:pt>
                <c:pt idx="12">
                  <c:v>26809</c:v>
                </c:pt>
                <c:pt idx="13">
                  <c:v>27054</c:v>
                </c:pt>
                <c:pt idx="14">
                  <c:v>34376</c:v>
                </c:pt>
                <c:pt idx="15">
                  <c:v>34691</c:v>
                </c:pt>
                <c:pt idx="16">
                  <c:v>36133</c:v>
                </c:pt>
                <c:pt idx="17">
                  <c:v>36351</c:v>
                </c:pt>
                <c:pt idx="18">
                  <c:v>41959</c:v>
                </c:pt>
                <c:pt idx="19">
                  <c:v>42121</c:v>
                </c:pt>
                <c:pt idx="20">
                  <c:v>43419</c:v>
                </c:pt>
                <c:pt idx="21">
                  <c:v>43787</c:v>
                </c:pt>
                <c:pt idx="22">
                  <c:v>50946</c:v>
                </c:pt>
                <c:pt idx="23">
                  <c:v>52177</c:v>
                </c:pt>
                <c:pt idx="24">
                  <c:v>56816</c:v>
                </c:pt>
                <c:pt idx="25">
                  <c:v>57397</c:v>
                </c:pt>
                <c:pt idx="26">
                  <c:v>57757</c:v>
                </c:pt>
                <c:pt idx="27">
                  <c:v>58293</c:v>
                </c:pt>
                <c:pt idx="28">
                  <c:v>59384</c:v>
                </c:pt>
                <c:pt idx="29">
                  <c:v>59769</c:v>
                </c:pt>
                <c:pt idx="30">
                  <c:v>61725</c:v>
                </c:pt>
                <c:pt idx="31">
                  <c:v>62135</c:v>
                </c:pt>
                <c:pt idx="32">
                  <c:v>3736</c:v>
                </c:pt>
                <c:pt idx="33">
                  <c:v>4463</c:v>
                </c:pt>
                <c:pt idx="34">
                  <c:v>6836</c:v>
                </c:pt>
                <c:pt idx="35">
                  <c:v>7486</c:v>
                </c:pt>
                <c:pt idx="36">
                  <c:v>8766</c:v>
                </c:pt>
                <c:pt idx="37">
                  <c:v>9095</c:v>
                </c:pt>
                <c:pt idx="38">
                  <c:v>12958</c:v>
                </c:pt>
                <c:pt idx="39">
                  <c:v>13391</c:v>
                </c:pt>
                <c:pt idx="40">
                  <c:v>16429</c:v>
                </c:pt>
                <c:pt idx="41">
                  <c:v>17354</c:v>
                </c:pt>
                <c:pt idx="42">
                  <c:v>18370</c:v>
                </c:pt>
                <c:pt idx="43">
                  <c:v>18896</c:v>
                </c:pt>
                <c:pt idx="44">
                  <c:v>25065</c:v>
                </c:pt>
                <c:pt idx="45">
                  <c:v>26864</c:v>
                </c:pt>
                <c:pt idx="46">
                  <c:v>28182</c:v>
                </c:pt>
                <c:pt idx="47">
                  <c:v>28346</c:v>
                </c:pt>
                <c:pt idx="48">
                  <c:v>30205</c:v>
                </c:pt>
                <c:pt idx="49">
                  <c:v>30640</c:v>
                </c:pt>
                <c:pt idx="50">
                  <c:v>31429</c:v>
                </c:pt>
                <c:pt idx="51">
                  <c:v>31779</c:v>
                </c:pt>
                <c:pt idx="52">
                  <c:v>34066</c:v>
                </c:pt>
                <c:pt idx="53">
                  <c:v>34670</c:v>
                </c:pt>
                <c:pt idx="54">
                  <c:v>40281</c:v>
                </c:pt>
                <c:pt idx="55">
                  <c:v>41398</c:v>
                </c:pt>
                <c:pt idx="56">
                  <c:v>42806</c:v>
                </c:pt>
                <c:pt idx="57">
                  <c:v>43275</c:v>
                </c:pt>
                <c:pt idx="58">
                  <c:v>45495</c:v>
                </c:pt>
                <c:pt idx="59">
                  <c:v>45893</c:v>
                </c:pt>
                <c:pt idx="60">
                  <c:v>55655</c:v>
                </c:pt>
                <c:pt idx="61">
                  <c:v>57800</c:v>
                </c:pt>
                <c:pt idx="62">
                  <c:v>58230</c:v>
                </c:pt>
                <c:pt idx="63">
                  <c:v>58671</c:v>
                </c:pt>
                <c:pt idx="64">
                  <c:v>59946</c:v>
                </c:pt>
                <c:pt idx="65">
                  <c:v>60420</c:v>
                </c:pt>
                <c:pt idx="66">
                  <c:v>60945</c:v>
                </c:pt>
                <c:pt idx="67">
                  <c:v>61225</c:v>
                </c:pt>
                <c:pt idx="68">
                  <c:v>62522</c:v>
                </c:pt>
                <c:pt idx="69">
                  <c:v>62850</c:v>
                </c:pt>
                <c:pt idx="70">
                  <c:v>64392</c:v>
                </c:pt>
                <c:pt idx="71">
                  <c:v>64813</c:v>
                </c:pt>
                <c:pt idx="72">
                  <c:v>844</c:v>
                </c:pt>
                <c:pt idx="73">
                  <c:v>1125</c:v>
                </c:pt>
                <c:pt idx="74">
                  <c:v>2595</c:v>
                </c:pt>
                <c:pt idx="75">
                  <c:v>3187</c:v>
                </c:pt>
                <c:pt idx="76">
                  <c:v>9065</c:v>
                </c:pt>
                <c:pt idx="77">
                  <c:v>9406</c:v>
                </c:pt>
                <c:pt idx="78">
                  <c:v>10060</c:v>
                </c:pt>
                <c:pt idx="79">
                  <c:v>10401</c:v>
                </c:pt>
                <c:pt idx="80">
                  <c:v>12145</c:v>
                </c:pt>
                <c:pt idx="81">
                  <c:v>12661</c:v>
                </c:pt>
                <c:pt idx="82">
                  <c:v>19445</c:v>
                </c:pt>
                <c:pt idx="83">
                  <c:v>20230</c:v>
                </c:pt>
                <c:pt idx="84">
                  <c:v>20384</c:v>
                </c:pt>
                <c:pt idx="85">
                  <c:v>20522</c:v>
                </c:pt>
                <c:pt idx="86">
                  <c:v>21136</c:v>
                </c:pt>
                <c:pt idx="87">
                  <c:v>21517</c:v>
                </c:pt>
                <c:pt idx="88">
                  <c:v>25673</c:v>
                </c:pt>
                <c:pt idx="89">
                  <c:v>26464</c:v>
                </c:pt>
                <c:pt idx="90">
                  <c:v>30999</c:v>
                </c:pt>
                <c:pt idx="91">
                  <c:v>31208</c:v>
                </c:pt>
                <c:pt idx="92">
                  <c:v>34544</c:v>
                </c:pt>
                <c:pt idx="93">
                  <c:v>34773</c:v>
                </c:pt>
                <c:pt idx="94">
                  <c:v>35980</c:v>
                </c:pt>
                <c:pt idx="95">
                  <c:v>36391</c:v>
                </c:pt>
                <c:pt idx="96">
                  <c:v>37254</c:v>
                </c:pt>
                <c:pt idx="97">
                  <c:v>37529</c:v>
                </c:pt>
                <c:pt idx="98">
                  <c:v>39946</c:v>
                </c:pt>
                <c:pt idx="99">
                  <c:v>40476</c:v>
                </c:pt>
                <c:pt idx="100">
                  <c:v>42396</c:v>
                </c:pt>
                <c:pt idx="101">
                  <c:v>42793</c:v>
                </c:pt>
                <c:pt idx="102">
                  <c:v>23953</c:v>
                </c:pt>
                <c:pt idx="103">
                  <c:v>25621</c:v>
                </c:pt>
                <c:pt idx="104">
                  <c:v>27719</c:v>
                </c:pt>
                <c:pt idx="105">
                  <c:v>28143</c:v>
                </c:pt>
                <c:pt idx="106">
                  <c:v>31179</c:v>
                </c:pt>
                <c:pt idx="107">
                  <c:v>31648</c:v>
                </c:pt>
                <c:pt idx="108">
                  <c:v>33394</c:v>
                </c:pt>
                <c:pt idx="109">
                  <c:v>33869</c:v>
                </c:pt>
                <c:pt idx="110">
                  <c:v>34810</c:v>
                </c:pt>
                <c:pt idx="111">
                  <c:v>35192</c:v>
                </c:pt>
                <c:pt idx="112">
                  <c:v>41255</c:v>
                </c:pt>
                <c:pt idx="113">
                  <c:v>41737</c:v>
                </c:pt>
                <c:pt idx="114">
                  <c:v>42159</c:v>
                </c:pt>
                <c:pt idx="115">
                  <c:v>48270</c:v>
                </c:pt>
                <c:pt idx="116">
                  <c:v>50588</c:v>
                </c:pt>
                <c:pt idx="117">
                  <c:v>50748</c:v>
                </c:pt>
                <c:pt idx="118">
                  <c:v>51120</c:v>
                </c:pt>
                <c:pt idx="119">
                  <c:v>51367</c:v>
                </c:pt>
                <c:pt idx="120">
                  <c:v>51674</c:v>
                </c:pt>
                <c:pt idx="121">
                  <c:v>52007</c:v>
                </c:pt>
                <c:pt idx="122">
                  <c:v>13507</c:v>
                </c:pt>
                <c:pt idx="123">
                  <c:v>15102</c:v>
                </c:pt>
                <c:pt idx="124">
                  <c:v>15845</c:v>
                </c:pt>
                <c:pt idx="125">
                  <c:v>16057</c:v>
                </c:pt>
                <c:pt idx="126">
                  <c:v>17270</c:v>
                </c:pt>
                <c:pt idx="127">
                  <c:v>17434</c:v>
                </c:pt>
                <c:pt idx="128">
                  <c:v>24127</c:v>
                </c:pt>
                <c:pt idx="129">
                  <c:v>24415</c:v>
                </c:pt>
                <c:pt idx="130">
                  <c:v>33454</c:v>
                </c:pt>
                <c:pt idx="131">
                  <c:v>34523</c:v>
                </c:pt>
                <c:pt idx="132">
                  <c:v>39112</c:v>
                </c:pt>
                <c:pt idx="133">
                  <c:v>39579</c:v>
                </c:pt>
                <c:pt idx="134">
                  <c:v>51965</c:v>
                </c:pt>
                <c:pt idx="135">
                  <c:v>52270</c:v>
                </c:pt>
                <c:pt idx="136">
                  <c:v>18002</c:v>
                </c:pt>
                <c:pt idx="137">
                  <c:v>19029</c:v>
                </c:pt>
                <c:pt idx="138">
                  <c:v>43464</c:v>
                </c:pt>
                <c:pt idx="139">
                  <c:v>44167</c:v>
                </c:pt>
                <c:pt idx="140">
                  <c:v>49997</c:v>
                </c:pt>
                <c:pt idx="141">
                  <c:v>50685</c:v>
                </c:pt>
                <c:pt idx="142">
                  <c:v>54149</c:v>
                </c:pt>
                <c:pt idx="143">
                  <c:v>54739</c:v>
                </c:pt>
                <c:pt idx="144">
                  <c:v>56137</c:v>
                </c:pt>
                <c:pt idx="145">
                  <c:v>56562</c:v>
                </c:pt>
                <c:pt idx="146">
                  <c:v>10304</c:v>
                </c:pt>
                <c:pt idx="147">
                  <c:v>11485</c:v>
                </c:pt>
                <c:pt idx="148">
                  <c:v>22455</c:v>
                </c:pt>
                <c:pt idx="149">
                  <c:v>23796</c:v>
                </c:pt>
                <c:pt idx="150">
                  <c:v>33140</c:v>
                </c:pt>
                <c:pt idx="151">
                  <c:v>33869</c:v>
                </c:pt>
                <c:pt idx="152">
                  <c:v>37289</c:v>
                </c:pt>
                <c:pt idx="153">
                  <c:v>37771</c:v>
                </c:pt>
                <c:pt idx="154">
                  <c:v>42213</c:v>
                </c:pt>
                <c:pt idx="155">
                  <c:v>42803</c:v>
                </c:pt>
                <c:pt idx="156">
                  <c:v>44281</c:v>
                </c:pt>
                <c:pt idx="157">
                  <c:v>44825</c:v>
                </c:pt>
                <c:pt idx="158">
                  <c:v>54247</c:v>
                </c:pt>
                <c:pt idx="159">
                  <c:v>54732</c:v>
                </c:pt>
                <c:pt idx="160">
                  <c:v>55579</c:v>
                </c:pt>
                <c:pt idx="161">
                  <c:v>55832</c:v>
                </c:pt>
                <c:pt idx="162">
                  <c:v>18560</c:v>
                </c:pt>
                <c:pt idx="163">
                  <c:v>19376</c:v>
                </c:pt>
                <c:pt idx="164">
                  <c:v>31171</c:v>
                </c:pt>
                <c:pt idx="165">
                  <c:v>31535</c:v>
                </c:pt>
                <c:pt idx="166">
                  <c:v>36460</c:v>
                </c:pt>
                <c:pt idx="167">
                  <c:v>37126</c:v>
                </c:pt>
                <c:pt idx="168">
                  <c:v>38182</c:v>
                </c:pt>
                <c:pt idx="169">
                  <c:v>38444</c:v>
                </c:pt>
                <c:pt idx="170">
                  <c:v>47872</c:v>
                </c:pt>
                <c:pt idx="171">
                  <c:v>48184</c:v>
                </c:pt>
                <c:pt idx="172">
                  <c:v>60705</c:v>
                </c:pt>
                <c:pt idx="173">
                  <c:v>62372</c:v>
                </c:pt>
                <c:pt idx="174">
                  <c:v>18242</c:v>
                </c:pt>
                <c:pt idx="175">
                  <c:v>27034</c:v>
                </c:pt>
                <c:pt idx="176">
                  <c:v>37622</c:v>
                </c:pt>
                <c:pt idx="177">
                  <c:v>40465</c:v>
                </c:pt>
                <c:pt idx="178">
                  <c:v>43468</c:v>
                </c:pt>
                <c:pt idx="179">
                  <c:v>44602</c:v>
                </c:pt>
                <c:pt idx="180">
                  <c:v>47921</c:v>
                </c:pt>
                <c:pt idx="181">
                  <c:v>48800</c:v>
                </c:pt>
                <c:pt idx="182">
                  <c:v>52111</c:v>
                </c:pt>
                <c:pt idx="183">
                  <c:v>52727</c:v>
                </c:pt>
                <c:pt idx="184">
                  <c:v>15753</c:v>
                </c:pt>
                <c:pt idx="185">
                  <c:v>17391</c:v>
                </c:pt>
                <c:pt idx="186">
                  <c:v>18511</c:v>
                </c:pt>
                <c:pt idx="187">
                  <c:v>18806</c:v>
                </c:pt>
                <c:pt idx="188">
                  <c:v>23756</c:v>
                </c:pt>
                <c:pt idx="189">
                  <c:v>24062</c:v>
                </c:pt>
                <c:pt idx="190">
                  <c:v>27551</c:v>
                </c:pt>
                <c:pt idx="191">
                  <c:v>27793</c:v>
                </c:pt>
                <c:pt idx="192">
                  <c:v>35465</c:v>
                </c:pt>
                <c:pt idx="193">
                  <c:v>35703</c:v>
                </c:pt>
                <c:pt idx="194">
                  <c:v>38450</c:v>
                </c:pt>
                <c:pt idx="195">
                  <c:v>38744</c:v>
                </c:pt>
                <c:pt idx="196">
                  <c:v>43625</c:v>
                </c:pt>
                <c:pt idx="197">
                  <c:v>43958</c:v>
                </c:pt>
                <c:pt idx="198">
                  <c:v>44981</c:v>
                </c:pt>
                <c:pt idx="199">
                  <c:v>45508</c:v>
                </c:pt>
                <c:pt idx="200">
                  <c:v>53864</c:v>
                </c:pt>
                <c:pt idx="201">
                  <c:v>55070</c:v>
                </c:pt>
                <c:pt idx="202">
                  <c:v>21289</c:v>
                </c:pt>
                <c:pt idx="203">
                  <c:v>24266</c:v>
                </c:pt>
                <c:pt idx="204">
                  <c:v>46872</c:v>
                </c:pt>
                <c:pt idx="205">
                  <c:v>47372</c:v>
                </c:pt>
                <c:pt idx="206">
                  <c:v>47549</c:v>
                </c:pt>
                <c:pt idx="207">
                  <c:v>48464</c:v>
                </c:pt>
                <c:pt idx="208">
                  <c:v>48617</c:v>
                </c:pt>
                <c:pt idx="209">
                  <c:v>24069</c:v>
                </c:pt>
                <c:pt idx="210">
                  <c:v>24505</c:v>
                </c:pt>
                <c:pt idx="211">
                  <c:v>38040</c:v>
                </c:pt>
                <c:pt idx="212">
                  <c:v>38655</c:v>
                </c:pt>
                <c:pt idx="213">
                  <c:v>46364</c:v>
                </c:pt>
                <c:pt idx="214">
                  <c:v>46566</c:v>
                </c:pt>
                <c:pt idx="215">
                  <c:v>59214</c:v>
                </c:pt>
                <c:pt idx="216">
                  <c:v>60120</c:v>
                </c:pt>
                <c:pt idx="217">
                  <c:v>8538</c:v>
                </c:pt>
                <c:pt idx="218">
                  <c:v>8893</c:v>
                </c:pt>
                <c:pt idx="219">
                  <c:v>14018</c:v>
                </c:pt>
                <c:pt idx="220">
                  <c:v>15058</c:v>
                </c:pt>
                <c:pt idx="221">
                  <c:v>20031</c:v>
                </c:pt>
                <c:pt idx="222">
                  <c:v>20475</c:v>
                </c:pt>
                <c:pt idx="223">
                  <c:v>23425</c:v>
                </c:pt>
                <c:pt idx="224">
                  <c:v>23774</c:v>
                </c:pt>
                <c:pt idx="225">
                  <c:v>26764</c:v>
                </c:pt>
                <c:pt idx="226">
                  <c:v>27053</c:v>
                </c:pt>
                <c:pt idx="227">
                  <c:v>34298</c:v>
                </c:pt>
                <c:pt idx="228">
                  <c:v>35736</c:v>
                </c:pt>
                <c:pt idx="229">
                  <c:v>40697</c:v>
                </c:pt>
                <c:pt idx="230">
                  <c:v>41146</c:v>
                </c:pt>
                <c:pt idx="231">
                  <c:v>50871</c:v>
                </c:pt>
                <c:pt idx="232">
                  <c:v>51497</c:v>
                </c:pt>
                <c:pt idx="233">
                  <c:v>55584</c:v>
                </c:pt>
                <c:pt idx="234">
                  <c:v>55765</c:v>
                </c:pt>
                <c:pt idx="235">
                  <c:v>56948</c:v>
                </c:pt>
                <c:pt idx="236">
                  <c:v>57090</c:v>
                </c:pt>
                <c:pt idx="237">
                  <c:v>59350</c:v>
                </c:pt>
                <c:pt idx="238">
                  <c:v>59588</c:v>
                </c:pt>
                <c:pt idx="239">
                  <c:v>60158</c:v>
                </c:pt>
                <c:pt idx="240">
                  <c:v>60287</c:v>
                </c:pt>
                <c:pt idx="241">
                  <c:v>61405</c:v>
                </c:pt>
                <c:pt idx="242">
                  <c:v>61528</c:v>
                </c:pt>
                <c:pt idx="243">
                  <c:v>9454</c:v>
                </c:pt>
                <c:pt idx="244">
                  <c:v>10081</c:v>
                </c:pt>
                <c:pt idx="245">
                  <c:v>24306</c:v>
                </c:pt>
                <c:pt idx="246">
                  <c:v>24926</c:v>
                </c:pt>
                <c:pt idx="247">
                  <c:v>30081</c:v>
                </c:pt>
                <c:pt idx="248">
                  <c:v>30424</c:v>
                </c:pt>
                <c:pt idx="249">
                  <c:v>32049</c:v>
                </c:pt>
                <c:pt idx="250">
                  <c:v>32340</c:v>
                </c:pt>
                <c:pt idx="251">
                  <c:v>35405</c:v>
                </c:pt>
                <c:pt idx="252">
                  <c:v>35660</c:v>
                </c:pt>
                <c:pt idx="253">
                  <c:v>39640</c:v>
                </c:pt>
                <c:pt idx="254">
                  <c:v>39785</c:v>
                </c:pt>
                <c:pt idx="255">
                  <c:v>41839</c:v>
                </c:pt>
                <c:pt idx="256">
                  <c:v>42158</c:v>
                </c:pt>
                <c:pt idx="257">
                  <c:v>47228</c:v>
                </c:pt>
                <c:pt idx="258">
                  <c:v>47632</c:v>
                </c:pt>
                <c:pt idx="259">
                  <c:v>18840</c:v>
                </c:pt>
                <c:pt idx="260">
                  <c:v>21281</c:v>
                </c:pt>
                <c:pt idx="261">
                  <c:v>24046</c:v>
                </c:pt>
                <c:pt idx="262">
                  <c:v>24588</c:v>
                </c:pt>
                <c:pt idx="263">
                  <c:v>29051</c:v>
                </c:pt>
                <c:pt idx="264">
                  <c:v>29415</c:v>
                </c:pt>
                <c:pt idx="265">
                  <c:v>46130</c:v>
                </c:pt>
                <c:pt idx="266">
                  <c:v>47497</c:v>
                </c:pt>
                <c:pt idx="267">
                  <c:v>17863</c:v>
                </c:pt>
                <c:pt idx="268">
                  <c:v>18439</c:v>
                </c:pt>
                <c:pt idx="269">
                  <c:v>62467</c:v>
                </c:pt>
                <c:pt idx="270">
                  <c:v>11571</c:v>
                </c:pt>
                <c:pt idx="271">
                  <c:v>12357</c:v>
                </c:pt>
                <c:pt idx="272">
                  <c:v>28343</c:v>
                </c:pt>
                <c:pt idx="273">
                  <c:v>29684</c:v>
                </c:pt>
                <c:pt idx="274">
                  <c:v>44241</c:v>
                </c:pt>
                <c:pt idx="275">
                  <c:v>44562</c:v>
                </c:pt>
                <c:pt idx="276">
                  <c:v>56687</c:v>
                </c:pt>
                <c:pt idx="277">
                  <c:v>56893</c:v>
                </c:pt>
                <c:pt idx="278">
                  <c:v>62188</c:v>
                </c:pt>
                <c:pt idx="279">
                  <c:v>62549</c:v>
                </c:pt>
                <c:pt idx="280">
                  <c:v>64484</c:v>
                </c:pt>
                <c:pt idx="281">
                  <c:v>64734</c:v>
                </c:pt>
                <c:pt idx="282">
                  <c:v>21777</c:v>
                </c:pt>
                <c:pt idx="283">
                  <c:v>22366</c:v>
                </c:pt>
                <c:pt idx="284">
                  <c:v>45411</c:v>
                </c:pt>
                <c:pt idx="285">
                  <c:v>46493</c:v>
                </c:pt>
                <c:pt idx="286">
                  <c:v>54900</c:v>
                </c:pt>
                <c:pt idx="287">
                  <c:v>55465</c:v>
                </c:pt>
                <c:pt idx="288">
                  <c:v>56815</c:v>
                </c:pt>
                <c:pt idx="289">
                  <c:v>57193</c:v>
                </c:pt>
                <c:pt idx="290">
                  <c:v>58950</c:v>
                </c:pt>
                <c:pt idx="291">
                  <c:v>59717</c:v>
                </c:pt>
                <c:pt idx="292">
                  <c:v>6099</c:v>
                </c:pt>
                <c:pt idx="293">
                  <c:v>6305</c:v>
                </c:pt>
                <c:pt idx="294">
                  <c:v>10794</c:v>
                </c:pt>
                <c:pt idx="295">
                  <c:v>11839</c:v>
                </c:pt>
                <c:pt idx="296">
                  <c:v>15062</c:v>
                </c:pt>
                <c:pt idx="297">
                  <c:v>15379</c:v>
                </c:pt>
                <c:pt idx="298">
                  <c:v>22410</c:v>
                </c:pt>
                <c:pt idx="299">
                  <c:v>23027</c:v>
                </c:pt>
                <c:pt idx="300">
                  <c:v>36667</c:v>
                </c:pt>
                <c:pt idx="301">
                  <c:v>39292</c:v>
                </c:pt>
                <c:pt idx="302">
                  <c:v>39589</c:v>
                </c:pt>
                <c:pt idx="303">
                  <c:v>40126</c:v>
                </c:pt>
                <c:pt idx="304">
                  <c:v>40867</c:v>
                </c:pt>
                <c:pt idx="305">
                  <c:v>42151</c:v>
                </c:pt>
                <c:pt idx="306">
                  <c:v>42806</c:v>
                </c:pt>
                <c:pt idx="307">
                  <c:v>55112</c:v>
                </c:pt>
                <c:pt idx="308">
                  <c:v>55573</c:v>
                </c:pt>
                <c:pt idx="309">
                  <c:v>9873</c:v>
                </c:pt>
                <c:pt idx="310">
                  <c:v>11531</c:v>
                </c:pt>
                <c:pt idx="311">
                  <c:v>24319</c:v>
                </c:pt>
                <c:pt idx="312">
                  <c:v>26339</c:v>
                </c:pt>
                <c:pt idx="313">
                  <c:v>28003</c:v>
                </c:pt>
                <c:pt idx="314">
                  <c:v>28471</c:v>
                </c:pt>
                <c:pt idx="315">
                  <c:v>28952</c:v>
                </c:pt>
                <c:pt idx="316">
                  <c:v>29347</c:v>
                </c:pt>
                <c:pt idx="317">
                  <c:v>36057</c:v>
                </c:pt>
                <c:pt idx="318">
                  <c:v>36793</c:v>
                </c:pt>
                <c:pt idx="319">
                  <c:v>38402</c:v>
                </c:pt>
                <c:pt idx="320">
                  <c:v>38816</c:v>
                </c:pt>
                <c:pt idx="321">
                  <c:v>40812</c:v>
                </c:pt>
                <c:pt idx="322">
                  <c:v>41287</c:v>
                </c:pt>
                <c:pt idx="323">
                  <c:v>45435</c:v>
                </c:pt>
                <c:pt idx="324">
                  <c:v>45814</c:v>
                </c:pt>
                <c:pt idx="325">
                  <c:v>47540</c:v>
                </c:pt>
                <c:pt idx="326">
                  <c:v>48316</c:v>
                </c:pt>
                <c:pt idx="327">
                  <c:v>52405</c:v>
                </c:pt>
                <c:pt idx="328">
                  <c:v>53544</c:v>
                </c:pt>
                <c:pt idx="329">
                  <c:v>53969</c:v>
                </c:pt>
                <c:pt idx="330">
                  <c:v>34796</c:v>
                </c:pt>
                <c:pt idx="331">
                  <c:v>40892</c:v>
                </c:pt>
                <c:pt idx="332">
                  <c:v>45321</c:v>
                </c:pt>
                <c:pt idx="333">
                  <c:v>46487</c:v>
                </c:pt>
                <c:pt idx="334">
                  <c:v>55973</c:v>
                </c:pt>
                <c:pt idx="335">
                  <c:v>56768</c:v>
                </c:pt>
                <c:pt idx="336">
                  <c:v>18405</c:v>
                </c:pt>
                <c:pt idx="337">
                  <c:v>19389</c:v>
                </c:pt>
                <c:pt idx="338">
                  <c:v>25500</c:v>
                </c:pt>
                <c:pt idx="339">
                  <c:v>26977</c:v>
                </c:pt>
                <c:pt idx="340">
                  <c:v>31549</c:v>
                </c:pt>
                <c:pt idx="341">
                  <c:v>31944</c:v>
                </c:pt>
                <c:pt idx="342">
                  <c:v>34757</c:v>
                </c:pt>
                <c:pt idx="343">
                  <c:v>34916</c:v>
                </c:pt>
                <c:pt idx="344">
                  <c:v>39858</c:v>
                </c:pt>
                <c:pt idx="345">
                  <c:v>40420</c:v>
                </c:pt>
                <c:pt idx="346">
                  <c:v>45999</c:v>
                </c:pt>
                <c:pt idx="347">
                  <c:v>47280</c:v>
                </c:pt>
                <c:pt idx="348">
                  <c:v>62380</c:v>
                </c:pt>
                <c:pt idx="349">
                  <c:v>63838</c:v>
                </c:pt>
                <c:pt idx="350">
                  <c:v>23651</c:v>
                </c:pt>
                <c:pt idx="351">
                  <c:v>25651</c:v>
                </c:pt>
                <c:pt idx="352">
                  <c:v>28423</c:v>
                </c:pt>
                <c:pt idx="353">
                  <c:v>28886</c:v>
                </c:pt>
                <c:pt idx="354">
                  <c:v>37101</c:v>
                </c:pt>
                <c:pt idx="355">
                  <c:v>37397</c:v>
                </c:pt>
                <c:pt idx="356">
                  <c:v>38503</c:v>
                </c:pt>
                <c:pt idx="357">
                  <c:v>38829</c:v>
                </c:pt>
                <c:pt idx="358">
                  <c:v>40233</c:v>
                </c:pt>
                <c:pt idx="359">
                  <c:v>48524</c:v>
                </c:pt>
                <c:pt idx="360">
                  <c:v>50026</c:v>
                </c:pt>
                <c:pt idx="361">
                  <c:v>62369</c:v>
                </c:pt>
                <c:pt idx="362">
                  <c:v>63485</c:v>
                </c:pt>
                <c:pt idx="363">
                  <c:v>2886</c:v>
                </c:pt>
                <c:pt idx="364">
                  <c:v>3399</c:v>
                </c:pt>
                <c:pt idx="365">
                  <c:v>5289</c:v>
                </c:pt>
                <c:pt idx="366">
                  <c:v>6186</c:v>
                </c:pt>
                <c:pt idx="367">
                  <c:v>8583</c:v>
                </c:pt>
                <c:pt idx="368">
                  <c:v>9198</c:v>
                </c:pt>
                <c:pt idx="369">
                  <c:v>11861</c:v>
                </c:pt>
                <c:pt idx="370">
                  <c:v>12227</c:v>
                </c:pt>
                <c:pt idx="371">
                  <c:v>13341</c:v>
                </c:pt>
                <c:pt idx="372">
                  <c:v>13524</c:v>
                </c:pt>
                <c:pt idx="373">
                  <c:v>14476</c:v>
                </c:pt>
                <c:pt idx="374">
                  <c:v>14809</c:v>
                </c:pt>
                <c:pt idx="375">
                  <c:v>19203</c:v>
                </c:pt>
                <c:pt idx="376">
                  <c:v>19468</c:v>
                </c:pt>
                <c:pt idx="377">
                  <c:v>21160</c:v>
                </c:pt>
                <c:pt idx="378">
                  <c:v>21400</c:v>
                </c:pt>
                <c:pt idx="379">
                  <c:v>21781</c:v>
                </c:pt>
                <c:pt idx="380">
                  <c:v>21981</c:v>
                </c:pt>
                <c:pt idx="381">
                  <c:v>25331</c:v>
                </c:pt>
                <c:pt idx="382">
                  <c:v>26012</c:v>
                </c:pt>
                <c:pt idx="383">
                  <c:v>26323</c:v>
                </c:pt>
                <c:pt idx="384">
                  <c:v>26514</c:v>
                </c:pt>
                <c:pt idx="385">
                  <c:v>26975</c:v>
                </c:pt>
                <c:pt idx="386">
                  <c:v>31690</c:v>
                </c:pt>
                <c:pt idx="387">
                  <c:v>37119</c:v>
                </c:pt>
                <c:pt idx="388">
                  <c:v>37676</c:v>
                </c:pt>
                <c:pt idx="389">
                  <c:v>27803</c:v>
                </c:pt>
                <c:pt idx="390">
                  <c:v>31791</c:v>
                </c:pt>
                <c:pt idx="391">
                  <c:v>36603</c:v>
                </c:pt>
                <c:pt idx="392">
                  <c:v>37324</c:v>
                </c:pt>
                <c:pt idx="393">
                  <c:v>41536</c:v>
                </c:pt>
                <c:pt idx="394">
                  <c:v>41736</c:v>
                </c:pt>
                <c:pt idx="395">
                  <c:v>49257</c:v>
                </c:pt>
                <c:pt idx="396">
                  <c:v>49981</c:v>
                </c:pt>
                <c:pt idx="397">
                  <c:v>15442</c:v>
                </c:pt>
                <c:pt idx="398">
                  <c:v>16858</c:v>
                </c:pt>
                <c:pt idx="399">
                  <c:v>17132</c:v>
                </c:pt>
                <c:pt idx="400">
                  <c:v>17314</c:v>
                </c:pt>
                <c:pt idx="401">
                  <c:v>24799</c:v>
                </c:pt>
                <c:pt idx="402">
                  <c:v>26297</c:v>
                </c:pt>
                <c:pt idx="403">
                  <c:v>39515</c:v>
                </c:pt>
                <c:pt idx="404">
                  <c:v>41118</c:v>
                </c:pt>
                <c:pt idx="405">
                  <c:v>41639</c:v>
                </c:pt>
                <c:pt idx="406">
                  <c:v>41937</c:v>
                </c:pt>
                <c:pt idx="407">
                  <c:v>46572</c:v>
                </c:pt>
                <c:pt idx="408">
                  <c:v>47064</c:v>
                </c:pt>
                <c:pt idx="409">
                  <c:v>48869</c:v>
                </c:pt>
                <c:pt idx="410">
                  <c:v>49304</c:v>
                </c:pt>
                <c:pt idx="411">
                  <c:v>49615</c:v>
                </c:pt>
                <c:pt idx="412">
                  <c:v>49857</c:v>
                </c:pt>
                <c:pt idx="413">
                  <c:v>54022</c:v>
                </c:pt>
                <c:pt idx="414">
                  <c:v>55136</c:v>
                </c:pt>
                <c:pt idx="415">
                  <c:v>56362</c:v>
                </c:pt>
                <c:pt idx="416">
                  <c:v>56795</c:v>
                </c:pt>
                <c:pt idx="417">
                  <c:v>12603</c:v>
                </c:pt>
                <c:pt idx="418">
                  <c:v>14922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0162-44C6-90BF-6F8A125D51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40231104"/>
        <c:axId val="937614448"/>
      </c:scatterChart>
      <c:valAx>
        <c:axId val="9402311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Время генерации ответа, мин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37614448"/>
        <c:crosses val="autoZero"/>
        <c:crossBetween val="midCat"/>
      </c:valAx>
      <c:valAx>
        <c:axId val="9376144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Занятый в процентах кэш, ячейки</a:t>
                </a:r>
              </a:p>
            </c:rich>
          </c:tx>
          <c:layout>
            <c:manualLayout>
              <c:xMode val="edge"/>
              <c:yMode val="edge"/>
              <c:x val="3.050140422176988E-2"/>
              <c:y val="0.21115208899392607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402311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скорость</a:t>
            </a:r>
            <a:r>
              <a:rPr lang="ru-RU" baseline="0"/>
              <a:t> генерации текста в зависимости от </a:t>
            </a:r>
            <a:r>
              <a:rPr lang="ru-RU"/>
              <a:t>занятого </a:t>
            </a:r>
            <a:r>
              <a:rPr lang="en-US"/>
              <a:t>KV</a:t>
            </a:r>
            <a:r>
              <a:rPr lang="ru-RU"/>
              <a:t>кэша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Sheet1!$Z$1</c:f>
              <c:strCache>
                <c:ptCount val="1"/>
                <c:pt idx="0">
                  <c:v>tokens_per_second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tx1"/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Sheet1!$H$2:$H$419</c:f>
              <c:numCache>
                <c:formatCode>General</c:formatCode>
                <c:ptCount val="418"/>
                <c:pt idx="0">
                  <c:v>6396</c:v>
                </c:pt>
                <c:pt idx="1">
                  <c:v>6747</c:v>
                </c:pt>
                <c:pt idx="2">
                  <c:v>6985</c:v>
                </c:pt>
                <c:pt idx="3">
                  <c:v>7243</c:v>
                </c:pt>
                <c:pt idx="4">
                  <c:v>10225</c:v>
                </c:pt>
                <c:pt idx="5">
                  <c:v>17353</c:v>
                </c:pt>
                <c:pt idx="6">
                  <c:v>17615</c:v>
                </c:pt>
                <c:pt idx="7">
                  <c:v>20311</c:v>
                </c:pt>
                <c:pt idx="8">
                  <c:v>20993</c:v>
                </c:pt>
                <c:pt idx="9">
                  <c:v>22608</c:v>
                </c:pt>
                <c:pt idx="10">
                  <c:v>23041</c:v>
                </c:pt>
                <c:pt idx="11">
                  <c:v>26809</c:v>
                </c:pt>
                <c:pt idx="12">
                  <c:v>27054</c:v>
                </c:pt>
                <c:pt idx="13">
                  <c:v>34376</c:v>
                </c:pt>
                <c:pt idx="14">
                  <c:v>34691</c:v>
                </c:pt>
                <c:pt idx="15">
                  <c:v>36133</c:v>
                </c:pt>
                <c:pt idx="16">
                  <c:v>36351</c:v>
                </c:pt>
                <c:pt idx="17">
                  <c:v>41959</c:v>
                </c:pt>
                <c:pt idx="18">
                  <c:v>42121</c:v>
                </c:pt>
                <c:pt idx="19">
                  <c:v>43419</c:v>
                </c:pt>
                <c:pt idx="20">
                  <c:v>43787</c:v>
                </c:pt>
                <c:pt idx="21">
                  <c:v>50946</c:v>
                </c:pt>
                <c:pt idx="22">
                  <c:v>52177</c:v>
                </c:pt>
                <c:pt idx="23">
                  <c:v>56816</c:v>
                </c:pt>
                <c:pt idx="24">
                  <c:v>57397</c:v>
                </c:pt>
                <c:pt idx="25">
                  <c:v>57757</c:v>
                </c:pt>
                <c:pt idx="26">
                  <c:v>58293</c:v>
                </c:pt>
                <c:pt idx="27">
                  <c:v>59384</c:v>
                </c:pt>
                <c:pt idx="28">
                  <c:v>59769</c:v>
                </c:pt>
                <c:pt idx="29">
                  <c:v>61725</c:v>
                </c:pt>
                <c:pt idx="30">
                  <c:v>62135</c:v>
                </c:pt>
                <c:pt idx="31">
                  <c:v>3736</c:v>
                </c:pt>
                <c:pt idx="32">
                  <c:v>4463</c:v>
                </c:pt>
                <c:pt idx="33">
                  <c:v>6836</c:v>
                </c:pt>
                <c:pt idx="34">
                  <c:v>7486</c:v>
                </c:pt>
                <c:pt idx="35">
                  <c:v>8766</c:v>
                </c:pt>
                <c:pt idx="36">
                  <c:v>9095</c:v>
                </c:pt>
                <c:pt idx="37">
                  <c:v>12958</c:v>
                </c:pt>
                <c:pt idx="38">
                  <c:v>13391</c:v>
                </c:pt>
                <c:pt idx="39">
                  <c:v>16429</c:v>
                </c:pt>
                <c:pt idx="40">
                  <c:v>17354</c:v>
                </c:pt>
                <c:pt idx="41">
                  <c:v>18370</c:v>
                </c:pt>
                <c:pt idx="42">
                  <c:v>18896</c:v>
                </c:pt>
                <c:pt idx="43">
                  <c:v>25065</c:v>
                </c:pt>
                <c:pt idx="44">
                  <c:v>26864</c:v>
                </c:pt>
                <c:pt idx="45">
                  <c:v>28182</c:v>
                </c:pt>
                <c:pt idx="46">
                  <c:v>28346</c:v>
                </c:pt>
                <c:pt idx="47">
                  <c:v>30205</c:v>
                </c:pt>
                <c:pt idx="48">
                  <c:v>30640</c:v>
                </c:pt>
                <c:pt idx="49">
                  <c:v>31429</c:v>
                </c:pt>
                <c:pt idx="50">
                  <c:v>31779</c:v>
                </c:pt>
                <c:pt idx="51">
                  <c:v>34066</c:v>
                </c:pt>
                <c:pt idx="52">
                  <c:v>34670</c:v>
                </c:pt>
                <c:pt idx="53">
                  <c:v>40281</c:v>
                </c:pt>
                <c:pt idx="54">
                  <c:v>41398</c:v>
                </c:pt>
                <c:pt idx="55">
                  <c:v>42806</c:v>
                </c:pt>
                <c:pt idx="56">
                  <c:v>43275</c:v>
                </c:pt>
                <c:pt idx="57">
                  <c:v>45495</c:v>
                </c:pt>
                <c:pt idx="58">
                  <c:v>45893</c:v>
                </c:pt>
                <c:pt idx="59">
                  <c:v>55655</c:v>
                </c:pt>
                <c:pt idx="60">
                  <c:v>57800</c:v>
                </c:pt>
                <c:pt idx="61">
                  <c:v>58230</c:v>
                </c:pt>
                <c:pt idx="62">
                  <c:v>58671</c:v>
                </c:pt>
                <c:pt idx="63">
                  <c:v>59946</c:v>
                </c:pt>
                <c:pt idx="64">
                  <c:v>60420</c:v>
                </c:pt>
                <c:pt idx="65">
                  <c:v>60945</c:v>
                </c:pt>
                <c:pt idx="66">
                  <c:v>61225</c:v>
                </c:pt>
                <c:pt idx="67">
                  <c:v>62522</c:v>
                </c:pt>
                <c:pt idx="68">
                  <c:v>62850</c:v>
                </c:pt>
                <c:pt idx="69">
                  <c:v>64392</c:v>
                </c:pt>
                <c:pt idx="70">
                  <c:v>64813</c:v>
                </c:pt>
                <c:pt idx="71">
                  <c:v>844</c:v>
                </c:pt>
                <c:pt idx="72">
                  <c:v>1125</c:v>
                </c:pt>
                <c:pt idx="73">
                  <c:v>2595</c:v>
                </c:pt>
                <c:pt idx="74">
                  <c:v>3187</c:v>
                </c:pt>
                <c:pt idx="75">
                  <c:v>9065</c:v>
                </c:pt>
                <c:pt idx="76">
                  <c:v>9406</c:v>
                </c:pt>
                <c:pt idx="77">
                  <c:v>10060</c:v>
                </c:pt>
                <c:pt idx="78">
                  <c:v>10401</c:v>
                </c:pt>
                <c:pt idx="79">
                  <c:v>12145</c:v>
                </c:pt>
                <c:pt idx="80">
                  <c:v>12661</c:v>
                </c:pt>
                <c:pt idx="81">
                  <c:v>19445</c:v>
                </c:pt>
                <c:pt idx="82">
                  <c:v>20230</c:v>
                </c:pt>
                <c:pt idx="83">
                  <c:v>20384</c:v>
                </c:pt>
                <c:pt idx="84">
                  <c:v>20522</c:v>
                </c:pt>
                <c:pt idx="85">
                  <c:v>21136</c:v>
                </c:pt>
                <c:pt idx="86">
                  <c:v>21517</c:v>
                </c:pt>
                <c:pt idx="87">
                  <c:v>25673</c:v>
                </c:pt>
                <c:pt idx="88">
                  <c:v>26464</c:v>
                </c:pt>
                <c:pt idx="89">
                  <c:v>30999</c:v>
                </c:pt>
                <c:pt idx="90">
                  <c:v>31208</c:v>
                </c:pt>
                <c:pt idx="91">
                  <c:v>34544</c:v>
                </c:pt>
                <c:pt idx="92">
                  <c:v>34773</c:v>
                </c:pt>
                <c:pt idx="93">
                  <c:v>35980</c:v>
                </c:pt>
                <c:pt idx="94">
                  <c:v>36391</c:v>
                </c:pt>
                <c:pt idx="95">
                  <c:v>37254</c:v>
                </c:pt>
                <c:pt idx="96">
                  <c:v>37529</c:v>
                </c:pt>
                <c:pt idx="97">
                  <c:v>39946</c:v>
                </c:pt>
                <c:pt idx="98">
                  <c:v>40476</c:v>
                </c:pt>
                <c:pt idx="99">
                  <c:v>42396</c:v>
                </c:pt>
                <c:pt idx="100">
                  <c:v>42793</c:v>
                </c:pt>
                <c:pt idx="101">
                  <c:v>23953</c:v>
                </c:pt>
                <c:pt idx="102">
                  <c:v>25621</c:v>
                </c:pt>
                <c:pt idx="103">
                  <c:v>27719</c:v>
                </c:pt>
                <c:pt idx="104">
                  <c:v>28143</c:v>
                </c:pt>
                <c:pt idx="105">
                  <c:v>31179</c:v>
                </c:pt>
                <c:pt idx="106">
                  <c:v>31648</c:v>
                </c:pt>
                <c:pt idx="107">
                  <c:v>33394</c:v>
                </c:pt>
                <c:pt idx="108">
                  <c:v>33869</c:v>
                </c:pt>
                <c:pt idx="109">
                  <c:v>34810</c:v>
                </c:pt>
                <c:pt idx="110">
                  <c:v>35192</c:v>
                </c:pt>
                <c:pt idx="111">
                  <c:v>41255</c:v>
                </c:pt>
                <c:pt idx="112">
                  <c:v>41737</c:v>
                </c:pt>
                <c:pt idx="113">
                  <c:v>42159</c:v>
                </c:pt>
                <c:pt idx="114">
                  <c:v>48270</c:v>
                </c:pt>
                <c:pt idx="115">
                  <c:v>50588</c:v>
                </c:pt>
                <c:pt idx="116">
                  <c:v>50748</c:v>
                </c:pt>
                <c:pt idx="117">
                  <c:v>51120</c:v>
                </c:pt>
                <c:pt idx="118">
                  <c:v>51367</c:v>
                </c:pt>
                <c:pt idx="119">
                  <c:v>51674</c:v>
                </c:pt>
                <c:pt idx="120">
                  <c:v>52007</c:v>
                </c:pt>
                <c:pt idx="121">
                  <c:v>13507</c:v>
                </c:pt>
                <c:pt idx="122">
                  <c:v>15102</c:v>
                </c:pt>
                <c:pt idx="123">
                  <c:v>15845</c:v>
                </c:pt>
                <c:pt idx="124">
                  <c:v>16057</c:v>
                </c:pt>
                <c:pt idx="125">
                  <c:v>17270</c:v>
                </c:pt>
                <c:pt idx="126">
                  <c:v>17434</c:v>
                </c:pt>
                <c:pt idx="127">
                  <c:v>24127</c:v>
                </c:pt>
                <c:pt idx="128">
                  <c:v>24415</c:v>
                </c:pt>
                <c:pt idx="129">
                  <c:v>33454</c:v>
                </c:pt>
                <c:pt idx="130">
                  <c:v>34523</c:v>
                </c:pt>
                <c:pt idx="131">
                  <c:v>39112</c:v>
                </c:pt>
                <c:pt idx="132">
                  <c:v>39579</c:v>
                </c:pt>
                <c:pt idx="133">
                  <c:v>51965</c:v>
                </c:pt>
                <c:pt idx="134">
                  <c:v>52270</c:v>
                </c:pt>
                <c:pt idx="135">
                  <c:v>18002</c:v>
                </c:pt>
                <c:pt idx="136">
                  <c:v>19029</c:v>
                </c:pt>
                <c:pt idx="137">
                  <c:v>43464</c:v>
                </c:pt>
                <c:pt idx="138">
                  <c:v>44167</c:v>
                </c:pt>
                <c:pt idx="139">
                  <c:v>49997</c:v>
                </c:pt>
                <c:pt idx="140">
                  <c:v>50685</c:v>
                </c:pt>
                <c:pt idx="141">
                  <c:v>54149</c:v>
                </c:pt>
                <c:pt idx="142">
                  <c:v>54739</c:v>
                </c:pt>
                <c:pt idx="143">
                  <c:v>56137</c:v>
                </c:pt>
                <c:pt idx="144">
                  <c:v>56562</c:v>
                </c:pt>
                <c:pt idx="145">
                  <c:v>10304</c:v>
                </c:pt>
                <c:pt idx="146">
                  <c:v>11485</c:v>
                </c:pt>
                <c:pt idx="147">
                  <c:v>22455</c:v>
                </c:pt>
                <c:pt idx="148">
                  <c:v>23796</c:v>
                </c:pt>
                <c:pt idx="149">
                  <c:v>33140</c:v>
                </c:pt>
                <c:pt idx="150">
                  <c:v>33869</c:v>
                </c:pt>
                <c:pt idx="151">
                  <c:v>37289</c:v>
                </c:pt>
                <c:pt idx="152">
                  <c:v>37771</c:v>
                </c:pt>
                <c:pt idx="153">
                  <c:v>42213</c:v>
                </c:pt>
                <c:pt idx="154">
                  <c:v>42803</c:v>
                </c:pt>
                <c:pt idx="155">
                  <c:v>44281</c:v>
                </c:pt>
                <c:pt idx="156">
                  <c:v>44825</c:v>
                </c:pt>
                <c:pt idx="157">
                  <c:v>54247</c:v>
                </c:pt>
                <c:pt idx="158">
                  <c:v>54732</c:v>
                </c:pt>
                <c:pt idx="159">
                  <c:v>55579</c:v>
                </c:pt>
                <c:pt idx="160">
                  <c:v>55832</c:v>
                </c:pt>
                <c:pt idx="161">
                  <c:v>18560</c:v>
                </c:pt>
                <c:pt idx="162">
                  <c:v>19376</c:v>
                </c:pt>
                <c:pt idx="163">
                  <c:v>31171</c:v>
                </c:pt>
                <c:pt idx="164">
                  <c:v>31535</c:v>
                </c:pt>
                <c:pt idx="165">
                  <c:v>36460</c:v>
                </c:pt>
                <c:pt idx="166">
                  <c:v>37126</c:v>
                </c:pt>
                <c:pt idx="167">
                  <c:v>38182</c:v>
                </c:pt>
                <c:pt idx="168">
                  <c:v>38444</c:v>
                </c:pt>
                <c:pt idx="169">
                  <c:v>47872</c:v>
                </c:pt>
                <c:pt idx="170">
                  <c:v>48184</c:v>
                </c:pt>
                <c:pt idx="171">
                  <c:v>60705</c:v>
                </c:pt>
                <c:pt idx="172">
                  <c:v>62372</c:v>
                </c:pt>
                <c:pt idx="173">
                  <c:v>18242</c:v>
                </c:pt>
                <c:pt idx="174">
                  <c:v>27034</c:v>
                </c:pt>
                <c:pt idx="175">
                  <c:v>37622</c:v>
                </c:pt>
                <c:pt idx="176">
                  <c:v>40465</c:v>
                </c:pt>
                <c:pt idx="177">
                  <c:v>43468</c:v>
                </c:pt>
                <c:pt idx="178">
                  <c:v>44602</c:v>
                </c:pt>
                <c:pt idx="179">
                  <c:v>47921</c:v>
                </c:pt>
                <c:pt idx="180">
                  <c:v>48800</c:v>
                </c:pt>
                <c:pt idx="181">
                  <c:v>52111</c:v>
                </c:pt>
                <c:pt idx="182">
                  <c:v>52727</c:v>
                </c:pt>
                <c:pt idx="183">
                  <c:v>15753</c:v>
                </c:pt>
                <c:pt idx="184">
                  <c:v>17391</c:v>
                </c:pt>
                <c:pt idx="185">
                  <c:v>18511</c:v>
                </c:pt>
                <c:pt idx="186">
                  <c:v>18806</c:v>
                </c:pt>
                <c:pt idx="187">
                  <c:v>23756</c:v>
                </c:pt>
                <c:pt idx="188">
                  <c:v>24062</c:v>
                </c:pt>
                <c:pt idx="189">
                  <c:v>27551</c:v>
                </c:pt>
                <c:pt idx="190">
                  <c:v>27793</c:v>
                </c:pt>
                <c:pt idx="191">
                  <c:v>35465</c:v>
                </c:pt>
                <c:pt idx="192">
                  <c:v>35703</c:v>
                </c:pt>
                <c:pt idx="193">
                  <c:v>38450</c:v>
                </c:pt>
                <c:pt idx="194">
                  <c:v>38744</c:v>
                </c:pt>
                <c:pt idx="195">
                  <c:v>43625</c:v>
                </c:pt>
                <c:pt idx="196">
                  <c:v>43958</c:v>
                </c:pt>
                <c:pt idx="197">
                  <c:v>44981</c:v>
                </c:pt>
                <c:pt idx="198">
                  <c:v>45508</c:v>
                </c:pt>
                <c:pt idx="199">
                  <c:v>53864</c:v>
                </c:pt>
                <c:pt idx="200">
                  <c:v>55070</c:v>
                </c:pt>
                <c:pt idx="201">
                  <c:v>21289</c:v>
                </c:pt>
                <c:pt idx="202">
                  <c:v>24266</c:v>
                </c:pt>
                <c:pt idx="203">
                  <c:v>46872</c:v>
                </c:pt>
                <c:pt idx="204">
                  <c:v>47372</c:v>
                </c:pt>
                <c:pt idx="205">
                  <c:v>47549</c:v>
                </c:pt>
                <c:pt idx="206">
                  <c:v>48464</c:v>
                </c:pt>
                <c:pt idx="207">
                  <c:v>48617</c:v>
                </c:pt>
                <c:pt idx="208">
                  <c:v>24069</c:v>
                </c:pt>
                <c:pt idx="209">
                  <c:v>24505</c:v>
                </c:pt>
                <c:pt idx="210">
                  <c:v>38040</c:v>
                </c:pt>
                <c:pt idx="211">
                  <c:v>38655</c:v>
                </c:pt>
                <c:pt idx="212">
                  <c:v>46364</c:v>
                </c:pt>
                <c:pt idx="213">
                  <c:v>46566</c:v>
                </c:pt>
                <c:pt idx="214">
                  <c:v>59214</c:v>
                </c:pt>
                <c:pt idx="215">
                  <c:v>60120</c:v>
                </c:pt>
                <c:pt idx="216">
                  <c:v>8538</c:v>
                </c:pt>
                <c:pt idx="217">
                  <c:v>8893</c:v>
                </c:pt>
                <c:pt idx="218">
                  <c:v>14018</c:v>
                </c:pt>
                <c:pt idx="219">
                  <c:v>15058</c:v>
                </c:pt>
                <c:pt idx="220">
                  <c:v>20031</c:v>
                </c:pt>
                <c:pt idx="221">
                  <c:v>20475</c:v>
                </c:pt>
                <c:pt idx="222">
                  <c:v>23425</c:v>
                </c:pt>
                <c:pt idx="223">
                  <c:v>23774</c:v>
                </c:pt>
                <c:pt idx="224">
                  <c:v>26764</c:v>
                </c:pt>
                <c:pt idx="225">
                  <c:v>27053</c:v>
                </c:pt>
                <c:pt idx="226">
                  <c:v>34298</c:v>
                </c:pt>
                <c:pt idx="227">
                  <c:v>35736</c:v>
                </c:pt>
                <c:pt idx="228">
                  <c:v>40697</c:v>
                </c:pt>
                <c:pt idx="229">
                  <c:v>41146</c:v>
                </c:pt>
                <c:pt idx="230">
                  <c:v>50871</c:v>
                </c:pt>
                <c:pt idx="231">
                  <c:v>51497</c:v>
                </c:pt>
                <c:pt idx="232">
                  <c:v>55584</c:v>
                </c:pt>
                <c:pt idx="233">
                  <c:v>55765</c:v>
                </c:pt>
                <c:pt idx="234">
                  <c:v>56948</c:v>
                </c:pt>
                <c:pt idx="235">
                  <c:v>57090</c:v>
                </c:pt>
                <c:pt idx="236">
                  <c:v>59350</c:v>
                </c:pt>
                <c:pt idx="237">
                  <c:v>59588</c:v>
                </c:pt>
                <c:pt idx="238">
                  <c:v>60158</c:v>
                </c:pt>
                <c:pt idx="239">
                  <c:v>60287</c:v>
                </c:pt>
                <c:pt idx="240">
                  <c:v>61405</c:v>
                </c:pt>
                <c:pt idx="241">
                  <c:v>61528</c:v>
                </c:pt>
                <c:pt idx="242">
                  <c:v>9454</c:v>
                </c:pt>
                <c:pt idx="243">
                  <c:v>10081</c:v>
                </c:pt>
                <c:pt idx="244">
                  <c:v>24306</c:v>
                </c:pt>
                <c:pt idx="245">
                  <c:v>24926</c:v>
                </c:pt>
                <c:pt idx="246">
                  <c:v>30081</c:v>
                </c:pt>
                <c:pt idx="247">
                  <c:v>30424</c:v>
                </c:pt>
                <c:pt idx="248">
                  <c:v>32049</c:v>
                </c:pt>
                <c:pt idx="249">
                  <c:v>32340</c:v>
                </c:pt>
                <c:pt idx="250">
                  <c:v>35405</c:v>
                </c:pt>
                <c:pt idx="251">
                  <c:v>35660</c:v>
                </c:pt>
                <c:pt idx="252">
                  <c:v>39640</c:v>
                </c:pt>
                <c:pt idx="253">
                  <c:v>39785</c:v>
                </c:pt>
                <c:pt idx="254">
                  <c:v>41839</c:v>
                </c:pt>
                <c:pt idx="255">
                  <c:v>42158</c:v>
                </c:pt>
                <c:pt idx="256">
                  <c:v>47228</c:v>
                </c:pt>
                <c:pt idx="257">
                  <c:v>47632</c:v>
                </c:pt>
                <c:pt idx="258">
                  <c:v>18840</c:v>
                </c:pt>
                <c:pt idx="259">
                  <c:v>21281</c:v>
                </c:pt>
                <c:pt idx="260">
                  <c:v>24046</c:v>
                </c:pt>
                <c:pt idx="261">
                  <c:v>24588</c:v>
                </c:pt>
                <c:pt idx="262">
                  <c:v>29051</c:v>
                </c:pt>
                <c:pt idx="263">
                  <c:v>29415</c:v>
                </c:pt>
                <c:pt idx="264">
                  <c:v>46130</c:v>
                </c:pt>
                <c:pt idx="265">
                  <c:v>47497</c:v>
                </c:pt>
                <c:pt idx="266">
                  <c:v>17863</c:v>
                </c:pt>
                <c:pt idx="267">
                  <c:v>18439</c:v>
                </c:pt>
                <c:pt idx="268">
                  <c:v>62467</c:v>
                </c:pt>
                <c:pt idx="269">
                  <c:v>11571</c:v>
                </c:pt>
                <c:pt idx="270">
                  <c:v>12357</c:v>
                </c:pt>
                <c:pt idx="271">
                  <c:v>28343</c:v>
                </c:pt>
                <c:pt idx="272">
                  <c:v>29684</c:v>
                </c:pt>
                <c:pt idx="273">
                  <c:v>44241</c:v>
                </c:pt>
                <c:pt idx="274">
                  <c:v>44562</c:v>
                </c:pt>
                <c:pt idx="275">
                  <c:v>56687</c:v>
                </c:pt>
                <c:pt idx="276">
                  <c:v>56893</c:v>
                </c:pt>
                <c:pt idx="277">
                  <c:v>62188</c:v>
                </c:pt>
                <c:pt idx="278">
                  <c:v>62549</c:v>
                </c:pt>
                <c:pt idx="279">
                  <c:v>64484</c:v>
                </c:pt>
                <c:pt idx="280">
                  <c:v>64734</c:v>
                </c:pt>
                <c:pt idx="281">
                  <c:v>21777</c:v>
                </c:pt>
                <c:pt idx="282">
                  <c:v>22366</c:v>
                </c:pt>
                <c:pt idx="283">
                  <c:v>45411</c:v>
                </c:pt>
                <c:pt idx="284">
                  <c:v>46493</c:v>
                </c:pt>
                <c:pt idx="285">
                  <c:v>54900</c:v>
                </c:pt>
                <c:pt idx="286">
                  <c:v>55465</c:v>
                </c:pt>
                <c:pt idx="287">
                  <c:v>56815</c:v>
                </c:pt>
                <c:pt idx="288">
                  <c:v>57193</c:v>
                </c:pt>
                <c:pt idx="289">
                  <c:v>58950</c:v>
                </c:pt>
                <c:pt idx="290">
                  <c:v>59717</c:v>
                </c:pt>
                <c:pt idx="291">
                  <c:v>6099</c:v>
                </c:pt>
                <c:pt idx="292">
                  <c:v>6305</c:v>
                </c:pt>
                <c:pt idx="293">
                  <c:v>10794</c:v>
                </c:pt>
                <c:pt idx="294">
                  <c:v>11839</c:v>
                </c:pt>
                <c:pt idx="295">
                  <c:v>15062</c:v>
                </c:pt>
                <c:pt idx="296">
                  <c:v>15379</c:v>
                </c:pt>
                <c:pt idx="297">
                  <c:v>22410</c:v>
                </c:pt>
                <c:pt idx="298">
                  <c:v>23027</c:v>
                </c:pt>
                <c:pt idx="299">
                  <c:v>36667</c:v>
                </c:pt>
                <c:pt idx="300">
                  <c:v>39292</c:v>
                </c:pt>
                <c:pt idx="301">
                  <c:v>39589</c:v>
                </c:pt>
                <c:pt idx="302">
                  <c:v>40126</c:v>
                </c:pt>
                <c:pt idx="303">
                  <c:v>40867</c:v>
                </c:pt>
                <c:pt idx="304">
                  <c:v>42151</c:v>
                </c:pt>
                <c:pt idx="305">
                  <c:v>42806</c:v>
                </c:pt>
                <c:pt idx="306">
                  <c:v>55112</c:v>
                </c:pt>
                <c:pt idx="307">
                  <c:v>55573</c:v>
                </c:pt>
                <c:pt idx="308">
                  <c:v>9873</c:v>
                </c:pt>
                <c:pt idx="309">
                  <c:v>11531</c:v>
                </c:pt>
                <c:pt idx="310">
                  <c:v>24319</c:v>
                </c:pt>
                <c:pt idx="311">
                  <c:v>26339</c:v>
                </c:pt>
                <c:pt idx="312">
                  <c:v>28003</c:v>
                </c:pt>
                <c:pt idx="313">
                  <c:v>28471</c:v>
                </c:pt>
                <c:pt idx="314">
                  <c:v>28952</c:v>
                </c:pt>
                <c:pt idx="315">
                  <c:v>29347</c:v>
                </c:pt>
                <c:pt idx="316">
                  <c:v>36057</c:v>
                </c:pt>
                <c:pt idx="317">
                  <c:v>36793</c:v>
                </c:pt>
                <c:pt idx="318">
                  <c:v>38402</c:v>
                </c:pt>
                <c:pt idx="319">
                  <c:v>38816</c:v>
                </c:pt>
                <c:pt idx="320">
                  <c:v>40812</c:v>
                </c:pt>
                <c:pt idx="321">
                  <c:v>41287</c:v>
                </c:pt>
                <c:pt idx="322">
                  <c:v>45435</c:v>
                </c:pt>
                <c:pt idx="323">
                  <c:v>45814</c:v>
                </c:pt>
                <c:pt idx="324">
                  <c:v>47540</c:v>
                </c:pt>
                <c:pt idx="325">
                  <c:v>48316</c:v>
                </c:pt>
                <c:pt idx="326">
                  <c:v>52405</c:v>
                </c:pt>
                <c:pt idx="327">
                  <c:v>53544</c:v>
                </c:pt>
                <c:pt idx="328">
                  <c:v>53969</c:v>
                </c:pt>
                <c:pt idx="329">
                  <c:v>34796</c:v>
                </c:pt>
                <c:pt idx="330">
                  <c:v>40892</c:v>
                </c:pt>
                <c:pt idx="331">
                  <c:v>45321</c:v>
                </c:pt>
                <c:pt idx="332">
                  <c:v>46487</c:v>
                </c:pt>
                <c:pt idx="333">
                  <c:v>55973</c:v>
                </c:pt>
                <c:pt idx="334">
                  <c:v>56768</c:v>
                </c:pt>
                <c:pt idx="335">
                  <c:v>18405</c:v>
                </c:pt>
                <c:pt idx="336">
                  <c:v>19389</c:v>
                </c:pt>
                <c:pt idx="337">
                  <c:v>25500</c:v>
                </c:pt>
                <c:pt idx="338">
                  <c:v>26977</c:v>
                </c:pt>
                <c:pt idx="339">
                  <c:v>31549</c:v>
                </c:pt>
                <c:pt idx="340">
                  <c:v>31944</c:v>
                </c:pt>
                <c:pt idx="341">
                  <c:v>34757</c:v>
                </c:pt>
                <c:pt idx="342">
                  <c:v>34916</c:v>
                </c:pt>
                <c:pt idx="343">
                  <c:v>39858</c:v>
                </c:pt>
                <c:pt idx="344">
                  <c:v>40420</c:v>
                </c:pt>
                <c:pt idx="345">
                  <c:v>45999</c:v>
                </c:pt>
                <c:pt idx="346">
                  <c:v>47280</c:v>
                </c:pt>
                <c:pt idx="347">
                  <c:v>62380</c:v>
                </c:pt>
                <c:pt idx="348">
                  <c:v>63838</c:v>
                </c:pt>
                <c:pt idx="349">
                  <c:v>23651</c:v>
                </c:pt>
                <c:pt idx="350">
                  <c:v>25651</c:v>
                </c:pt>
                <c:pt idx="351">
                  <c:v>28423</c:v>
                </c:pt>
                <c:pt idx="352">
                  <c:v>28886</c:v>
                </c:pt>
                <c:pt idx="353">
                  <c:v>37101</c:v>
                </c:pt>
                <c:pt idx="354">
                  <c:v>37397</c:v>
                </c:pt>
                <c:pt idx="355">
                  <c:v>38503</c:v>
                </c:pt>
                <c:pt idx="356">
                  <c:v>38829</c:v>
                </c:pt>
                <c:pt idx="357">
                  <c:v>40233</c:v>
                </c:pt>
                <c:pt idx="358">
                  <c:v>48524</c:v>
                </c:pt>
                <c:pt idx="359">
                  <c:v>50026</c:v>
                </c:pt>
                <c:pt idx="360">
                  <c:v>62369</c:v>
                </c:pt>
                <c:pt idx="361">
                  <c:v>63485</c:v>
                </c:pt>
                <c:pt idx="362">
                  <c:v>2886</c:v>
                </c:pt>
                <c:pt idx="363">
                  <c:v>3399</c:v>
                </c:pt>
                <c:pt idx="364">
                  <c:v>5289</c:v>
                </c:pt>
                <c:pt idx="365">
                  <c:v>6186</c:v>
                </c:pt>
                <c:pt idx="366">
                  <c:v>8583</c:v>
                </c:pt>
                <c:pt idx="367">
                  <c:v>9198</c:v>
                </c:pt>
                <c:pt idx="368">
                  <c:v>11861</c:v>
                </c:pt>
                <c:pt idx="369">
                  <c:v>12227</c:v>
                </c:pt>
                <c:pt idx="370">
                  <c:v>13341</c:v>
                </c:pt>
                <c:pt idx="371">
                  <c:v>13524</c:v>
                </c:pt>
                <c:pt idx="372">
                  <c:v>14476</c:v>
                </c:pt>
                <c:pt idx="373">
                  <c:v>14809</c:v>
                </c:pt>
                <c:pt idx="374">
                  <c:v>19203</c:v>
                </c:pt>
                <c:pt idx="375">
                  <c:v>19468</c:v>
                </c:pt>
                <c:pt idx="376">
                  <c:v>21160</c:v>
                </c:pt>
                <c:pt idx="377">
                  <c:v>21400</c:v>
                </c:pt>
                <c:pt idx="378">
                  <c:v>21781</c:v>
                </c:pt>
                <c:pt idx="379">
                  <c:v>21981</c:v>
                </c:pt>
                <c:pt idx="380">
                  <c:v>25331</c:v>
                </c:pt>
                <c:pt idx="381">
                  <c:v>26012</c:v>
                </c:pt>
                <c:pt idx="382">
                  <c:v>26323</c:v>
                </c:pt>
                <c:pt idx="383">
                  <c:v>26514</c:v>
                </c:pt>
                <c:pt idx="384">
                  <c:v>26975</c:v>
                </c:pt>
                <c:pt idx="385">
                  <c:v>31690</c:v>
                </c:pt>
                <c:pt idx="386">
                  <c:v>37119</c:v>
                </c:pt>
                <c:pt idx="387">
                  <c:v>37676</c:v>
                </c:pt>
                <c:pt idx="388">
                  <c:v>27803</c:v>
                </c:pt>
                <c:pt idx="389">
                  <c:v>31791</c:v>
                </c:pt>
                <c:pt idx="390">
                  <c:v>36603</c:v>
                </c:pt>
                <c:pt idx="391">
                  <c:v>37324</c:v>
                </c:pt>
                <c:pt idx="392">
                  <c:v>41536</c:v>
                </c:pt>
                <c:pt idx="393">
                  <c:v>41736</c:v>
                </c:pt>
                <c:pt idx="394">
                  <c:v>49257</c:v>
                </c:pt>
                <c:pt idx="395">
                  <c:v>49981</c:v>
                </c:pt>
                <c:pt idx="396">
                  <c:v>15442</c:v>
                </c:pt>
                <c:pt idx="397">
                  <c:v>16858</c:v>
                </c:pt>
                <c:pt idx="398">
                  <c:v>17132</c:v>
                </c:pt>
                <c:pt idx="399">
                  <c:v>17314</c:v>
                </c:pt>
                <c:pt idx="400">
                  <c:v>24799</c:v>
                </c:pt>
                <c:pt idx="401">
                  <c:v>26297</c:v>
                </c:pt>
                <c:pt idx="402">
                  <c:v>39515</c:v>
                </c:pt>
                <c:pt idx="403">
                  <c:v>41118</c:v>
                </c:pt>
                <c:pt idx="404">
                  <c:v>41639</c:v>
                </c:pt>
                <c:pt idx="405">
                  <c:v>41937</c:v>
                </c:pt>
                <c:pt idx="406">
                  <c:v>46572</c:v>
                </c:pt>
                <c:pt idx="407">
                  <c:v>47064</c:v>
                </c:pt>
                <c:pt idx="408">
                  <c:v>48869</c:v>
                </c:pt>
                <c:pt idx="409">
                  <c:v>49304</c:v>
                </c:pt>
                <c:pt idx="410">
                  <c:v>49615</c:v>
                </c:pt>
                <c:pt idx="411">
                  <c:v>49857</c:v>
                </c:pt>
                <c:pt idx="412">
                  <c:v>54022</c:v>
                </c:pt>
                <c:pt idx="413">
                  <c:v>55136</c:v>
                </c:pt>
                <c:pt idx="414">
                  <c:v>56362</c:v>
                </c:pt>
                <c:pt idx="415">
                  <c:v>56795</c:v>
                </c:pt>
                <c:pt idx="416">
                  <c:v>12603</c:v>
                </c:pt>
                <c:pt idx="417">
                  <c:v>14922</c:v>
                </c:pt>
              </c:numCache>
            </c:numRef>
          </c:xVal>
          <c:yVal>
            <c:numRef>
              <c:f>Sheet1!$Z$2:$Z$419</c:f>
              <c:numCache>
                <c:formatCode>General</c:formatCode>
                <c:ptCount val="418"/>
                <c:pt idx="0">
                  <c:v>6.8599990000000002</c:v>
                </c:pt>
                <c:pt idx="1">
                  <c:v>6.9023960000000004</c:v>
                </c:pt>
                <c:pt idx="2">
                  <c:v>6.9144040000000002</c:v>
                </c:pt>
                <c:pt idx="3">
                  <c:v>6.9300079999999999</c:v>
                </c:pt>
                <c:pt idx="4">
                  <c:v>6.9450029999999998</c:v>
                </c:pt>
                <c:pt idx="5">
                  <c:v>6.5758960000000002</c:v>
                </c:pt>
                <c:pt idx="6">
                  <c:v>6.5700580000000004</c:v>
                </c:pt>
                <c:pt idx="7">
                  <c:v>6.310708</c:v>
                </c:pt>
                <c:pt idx="8">
                  <c:v>6.2941099999999999</c:v>
                </c:pt>
                <c:pt idx="9">
                  <c:v>6.2737629999999998</c:v>
                </c:pt>
                <c:pt idx="10">
                  <c:v>6.2494129999999997</c:v>
                </c:pt>
                <c:pt idx="11">
                  <c:v>5.8569170000000002</c:v>
                </c:pt>
                <c:pt idx="12">
                  <c:v>5.8345209999999996</c:v>
                </c:pt>
                <c:pt idx="13">
                  <c:v>5.8036529999999997</c:v>
                </c:pt>
                <c:pt idx="14">
                  <c:v>5.7674399999999997</c:v>
                </c:pt>
                <c:pt idx="15">
                  <c:v>4.3187519999999999</c:v>
                </c:pt>
                <c:pt idx="16">
                  <c:v>4.276211</c:v>
                </c:pt>
                <c:pt idx="17">
                  <c:v>4.1211729999999998</c:v>
                </c:pt>
                <c:pt idx="18">
                  <c:v>4.1126579999999997</c:v>
                </c:pt>
                <c:pt idx="19">
                  <c:v>4.0683360000000004</c:v>
                </c:pt>
                <c:pt idx="20">
                  <c:v>4.0546800000000003</c:v>
                </c:pt>
                <c:pt idx="21">
                  <c:v>3.9956140000000002</c:v>
                </c:pt>
                <c:pt idx="22">
                  <c:v>3.9725899999999998</c:v>
                </c:pt>
                <c:pt idx="23">
                  <c:v>3.9051659999999999</c:v>
                </c:pt>
                <c:pt idx="24">
                  <c:v>3.8826079999999998</c:v>
                </c:pt>
                <c:pt idx="25">
                  <c:v>3.8649330000000002</c:v>
                </c:pt>
                <c:pt idx="26">
                  <c:v>3.8401800000000001</c:v>
                </c:pt>
                <c:pt idx="27">
                  <c:v>3.3579080000000001</c:v>
                </c:pt>
                <c:pt idx="28">
                  <c:v>3.3484090000000002</c:v>
                </c:pt>
                <c:pt idx="29">
                  <c:v>2.7295090000000002</c:v>
                </c:pt>
                <c:pt idx="30">
                  <c:v>2.5706980000000001</c:v>
                </c:pt>
                <c:pt idx="31">
                  <c:v>8.9042829999999995</c:v>
                </c:pt>
                <c:pt idx="32">
                  <c:v>8.8628630000000008</c:v>
                </c:pt>
                <c:pt idx="33">
                  <c:v>6.9787530000000002</c:v>
                </c:pt>
                <c:pt idx="34">
                  <c:v>6.9280689999999998</c:v>
                </c:pt>
                <c:pt idx="35">
                  <c:v>6.9310660000000004</c:v>
                </c:pt>
                <c:pt idx="36">
                  <c:v>7.0414529999999997</c:v>
                </c:pt>
                <c:pt idx="37">
                  <c:v>7.032483</c:v>
                </c:pt>
                <c:pt idx="38">
                  <c:v>7.0548140000000004</c:v>
                </c:pt>
                <c:pt idx="39">
                  <c:v>7.0814120000000003</c:v>
                </c:pt>
                <c:pt idx="40">
                  <c:v>7.0761149999999997</c:v>
                </c:pt>
                <c:pt idx="41">
                  <c:v>7.0612919999999999</c:v>
                </c:pt>
                <c:pt idx="42">
                  <c:v>7.0515410000000003</c:v>
                </c:pt>
                <c:pt idx="43">
                  <c:v>7.0081239999999996</c:v>
                </c:pt>
                <c:pt idx="44">
                  <c:v>6.7654480000000001</c:v>
                </c:pt>
                <c:pt idx="45">
                  <c:v>6.7283499999999998</c:v>
                </c:pt>
                <c:pt idx="46">
                  <c:v>6.6952689999999997</c:v>
                </c:pt>
                <c:pt idx="47">
                  <c:v>6.6569969999999996</c:v>
                </c:pt>
                <c:pt idx="48">
                  <c:v>6.6169269999999996</c:v>
                </c:pt>
                <c:pt idx="49">
                  <c:v>6.5812840000000001</c:v>
                </c:pt>
                <c:pt idx="50">
                  <c:v>6.5430020000000004</c:v>
                </c:pt>
                <c:pt idx="51">
                  <c:v>6.387213</c:v>
                </c:pt>
                <c:pt idx="52">
                  <c:v>6.3451079999999997</c:v>
                </c:pt>
                <c:pt idx="53">
                  <c:v>6.266972</c:v>
                </c:pt>
                <c:pt idx="54">
                  <c:v>5.6298589999999997</c:v>
                </c:pt>
                <c:pt idx="55">
                  <c:v>5.4586240000000004</c:v>
                </c:pt>
                <c:pt idx="56">
                  <c:v>5.356427</c:v>
                </c:pt>
                <c:pt idx="57">
                  <c:v>5.3367420000000001</c:v>
                </c:pt>
                <c:pt idx="58">
                  <c:v>5.3167730000000004</c:v>
                </c:pt>
                <c:pt idx="59">
                  <c:v>5.2656910000000003</c:v>
                </c:pt>
                <c:pt idx="60">
                  <c:v>4.744186</c:v>
                </c:pt>
                <c:pt idx="61">
                  <c:v>4.703417</c:v>
                </c:pt>
                <c:pt idx="62">
                  <c:v>4.4204889999999999</c:v>
                </c:pt>
                <c:pt idx="63">
                  <c:v>4.403359</c:v>
                </c:pt>
                <c:pt idx="64">
                  <c:v>4.3860530000000004</c:v>
                </c:pt>
                <c:pt idx="65">
                  <c:v>4.3689270000000002</c:v>
                </c:pt>
                <c:pt idx="66">
                  <c:v>4.351667</c:v>
                </c:pt>
                <c:pt idx="67">
                  <c:v>4.3342159999999996</c:v>
                </c:pt>
                <c:pt idx="68">
                  <c:v>4.31684</c:v>
                </c:pt>
                <c:pt idx="69">
                  <c:v>4.2986019999999998</c:v>
                </c:pt>
                <c:pt idx="70">
                  <c:v>4.2808859999999997</c:v>
                </c:pt>
                <c:pt idx="71">
                  <c:v>9.8021759999999993</c:v>
                </c:pt>
                <c:pt idx="72">
                  <c:v>9.7900960000000001</c:v>
                </c:pt>
                <c:pt idx="73">
                  <c:v>9.3350840000000002</c:v>
                </c:pt>
                <c:pt idx="74">
                  <c:v>8.6972280000000008</c:v>
                </c:pt>
                <c:pt idx="75">
                  <c:v>8.6530249999999995</c:v>
                </c:pt>
                <c:pt idx="76">
                  <c:v>8.6228929999999995</c:v>
                </c:pt>
                <c:pt idx="77">
                  <c:v>8.4827849999999998</c:v>
                </c:pt>
                <c:pt idx="78">
                  <c:v>8.4608129999999999</c:v>
                </c:pt>
                <c:pt idx="79">
                  <c:v>8.4142580000000002</c:v>
                </c:pt>
                <c:pt idx="80">
                  <c:v>8.3080169999999995</c:v>
                </c:pt>
                <c:pt idx="81">
                  <c:v>8.1905429999999999</c:v>
                </c:pt>
                <c:pt idx="82">
                  <c:v>7.739954</c:v>
                </c:pt>
                <c:pt idx="83">
                  <c:v>7.571199</c:v>
                </c:pt>
                <c:pt idx="84">
                  <c:v>7.4174369999999996</c:v>
                </c:pt>
                <c:pt idx="85">
                  <c:v>6.8839560000000004</c:v>
                </c:pt>
                <c:pt idx="86">
                  <c:v>6.6204450000000001</c:v>
                </c:pt>
                <c:pt idx="87">
                  <c:v>6.5129869999999999</c:v>
                </c:pt>
                <c:pt idx="88">
                  <c:v>6.4283239999999999</c:v>
                </c:pt>
                <c:pt idx="89">
                  <c:v>6.3529730000000004</c:v>
                </c:pt>
                <c:pt idx="90">
                  <c:v>6.2703150000000001</c:v>
                </c:pt>
                <c:pt idx="91">
                  <c:v>5.4475800000000003</c:v>
                </c:pt>
                <c:pt idx="92">
                  <c:v>5.3360149999999997</c:v>
                </c:pt>
                <c:pt idx="93">
                  <c:v>5.274775</c:v>
                </c:pt>
                <c:pt idx="94">
                  <c:v>5.2171099999999999</c:v>
                </c:pt>
                <c:pt idx="95">
                  <c:v>4.8916370000000002</c:v>
                </c:pt>
                <c:pt idx="96">
                  <c:v>4.7595200000000002</c:v>
                </c:pt>
                <c:pt idx="97">
                  <c:v>4.7135379999999998</c:v>
                </c:pt>
                <c:pt idx="98">
                  <c:v>4.6305509999999996</c:v>
                </c:pt>
                <c:pt idx="99">
                  <c:v>4.5816049999999997</c:v>
                </c:pt>
                <c:pt idx="100">
                  <c:v>4.531256</c:v>
                </c:pt>
                <c:pt idx="101">
                  <c:v>4.8252240000000004</c:v>
                </c:pt>
                <c:pt idx="102">
                  <c:v>4.566986</c:v>
                </c:pt>
                <c:pt idx="103">
                  <c:v>4.4002150000000002</c:v>
                </c:pt>
                <c:pt idx="104">
                  <c:v>4.2968539999999997</c:v>
                </c:pt>
                <c:pt idx="105">
                  <c:v>4.1325830000000003</c:v>
                </c:pt>
                <c:pt idx="106">
                  <c:v>3.992804</c:v>
                </c:pt>
                <c:pt idx="107">
                  <c:v>3.867909</c:v>
                </c:pt>
                <c:pt idx="108">
                  <c:v>3.759169</c:v>
                </c:pt>
                <c:pt idx="109">
                  <c:v>3.6743510000000001</c:v>
                </c:pt>
                <c:pt idx="110">
                  <c:v>3.5935830000000002</c:v>
                </c:pt>
                <c:pt idx="111">
                  <c:v>3.4553910000000001</c:v>
                </c:pt>
                <c:pt idx="112">
                  <c:v>3.3378049999999999</c:v>
                </c:pt>
                <c:pt idx="113">
                  <c:v>2.1516449999999998</c:v>
                </c:pt>
                <c:pt idx="114">
                  <c:v>2.0899869999999998</c:v>
                </c:pt>
                <c:pt idx="115">
                  <c:v>2.0422769999999999</c:v>
                </c:pt>
                <c:pt idx="116">
                  <c:v>2.0121630000000001</c:v>
                </c:pt>
                <c:pt idx="117">
                  <c:v>1.874098</c:v>
                </c:pt>
                <c:pt idx="118">
                  <c:v>1.8350089999999999</c:v>
                </c:pt>
                <c:pt idx="119">
                  <c:v>1.826889</c:v>
                </c:pt>
                <c:pt idx="120">
                  <c:v>1.8276939999999999</c:v>
                </c:pt>
                <c:pt idx="121">
                  <c:v>7.5638829999999997</c:v>
                </c:pt>
                <c:pt idx="122">
                  <c:v>7.2591000000000001</c:v>
                </c:pt>
                <c:pt idx="123">
                  <c:v>7.126906</c:v>
                </c:pt>
                <c:pt idx="124">
                  <c:v>7.0921640000000004</c:v>
                </c:pt>
                <c:pt idx="125">
                  <c:v>6.9837400000000001</c:v>
                </c:pt>
                <c:pt idx="126">
                  <c:v>6.9248010000000004</c:v>
                </c:pt>
                <c:pt idx="127">
                  <c:v>6.1879460000000002</c:v>
                </c:pt>
                <c:pt idx="128">
                  <c:v>5.998005</c:v>
                </c:pt>
                <c:pt idx="129">
                  <c:v>5.0399609999999999</c:v>
                </c:pt>
                <c:pt idx="130">
                  <c:v>4.6160310000000004</c:v>
                </c:pt>
                <c:pt idx="131">
                  <c:v>4.3944999999999999</c:v>
                </c:pt>
                <c:pt idx="132">
                  <c:v>4.1997559999999998</c:v>
                </c:pt>
                <c:pt idx="133">
                  <c:v>3.738435</c:v>
                </c:pt>
                <c:pt idx="134">
                  <c:v>3.4421400000000002</c:v>
                </c:pt>
                <c:pt idx="135">
                  <c:v>5.9640149999999998</c:v>
                </c:pt>
                <c:pt idx="136">
                  <c:v>5.9676179999999999</c:v>
                </c:pt>
                <c:pt idx="137">
                  <c:v>3.9741710000000001</c:v>
                </c:pt>
                <c:pt idx="138">
                  <c:v>3.7239140000000002</c:v>
                </c:pt>
                <c:pt idx="139">
                  <c:v>2.1636739999999999</c:v>
                </c:pt>
                <c:pt idx="140">
                  <c:v>2.1451980000000002</c:v>
                </c:pt>
                <c:pt idx="141">
                  <c:v>2.0608339999999998</c:v>
                </c:pt>
                <c:pt idx="142">
                  <c:v>1.9219790000000001</c:v>
                </c:pt>
                <c:pt idx="143">
                  <c:v>1.891052</c:v>
                </c:pt>
                <c:pt idx="144">
                  <c:v>1.8719749999999999</c:v>
                </c:pt>
                <c:pt idx="145">
                  <c:v>7.0862869999999996</c:v>
                </c:pt>
                <c:pt idx="146">
                  <c:v>7.5544440000000002</c:v>
                </c:pt>
                <c:pt idx="147">
                  <c:v>5.459009</c:v>
                </c:pt>
                <c:pt idx="148">
                  <c:v>5.1943190000000001</c:v>
                </c:pt>
                <c:pt idx="149">
                  <c:v>5.041188</c:v>
                </c:pt>
                <c:pt idx="150">
                  <c:v>4.926336</c:v>
                </c:pt>
                <c:pt idx="151">
                  <c:v>3.8703080000000001</c:v>
                </c:pt>
                <c:pt idx="152">
                  <c:v>3.343235</c:v>
                </c:pt>
                <c:pt idx="153">
                  <c:v>3.2337210000000001</c:v>
                </c:pt>
                <c:pt idx="154">
                  <c:v>3.2104400000000002</c:v>
                </c:pt>
                <c:pt idx="155">
                  <c:v>3.1553849999999999</c:v>
                </c:pt>
                <c:pt idx="156">
                  <c:v>3.0036860000000001</c:v>
                </c:pt>
                <c:pt idx="157">
                  <c:v>2.5167109999999999</c:v>
                </c:pt>
                <c:pt idx="158">
                  <c:v>2.4777130000000001</c:v>
                </c:pt>
                <c:pt idx="159">
                  <c:v>2.3873899999999999</c:v>
                </c:pt>
                <c:pt idx="160">
                  <c:v>2.3220909999999999</c:v>
                </c:pt>
                <c:pt idx="161">
                  <c:v>6.0056130000000003</c:v>
                </c:pt>
                <c:pt idx="162">
                  <c:v>5.9013669999999996</c:v>
                </c:pt>
                <c:pt idx="163">
                  <c:v>4.7774770000000002</c:v>
                </c:pt>
                <c:pt idx="164">
                  <c:v>4.2871370000000004</c:v>
                </c:pt>
                <c:pt idx="165">
                  <c:v>3.8511549999999999</c:v>
                </c:pt>
                <c:pt idx="166">
                  <c:v>3.5923790000000002</c:v>
                </c:pt>
                <c:pt idx="167">
                  <c:v>3.3865699999999999</c:v>
                </c:pt>
                <c:pt idx="168">
                  <c:v>3.2282730000000002</c:v>
                </c:pt>
                <c:pt idx="169">
                  <c:v>2.5142340000000001</c:v>
                </c:pt>
                <c:pt idx="170">
                  <c:v>2.333656</c:v>
                </c:pt>
                <c:pt idx="171">
                  <c:v>2.280554</c:v>
                </c:pt>
                <c:pt idx="172">
                  <c:v>2.2263929999999998</c:v>
                </c:pt>
                <c:pt idx="173">
                  <c:v>6.0266359999999999</c:v>
                </c:pt>
                <c:pt idx="174">
                  <c:v>5.2454330000000002</c:v>
                </c:pt>
                <c:pt idx="175">
                  <c:v>3.5268950000000001</c:v>
                </c:pt>
                <c:pt idx="176">
                  <c:v>3.3135699999999999</c:v>
                </c:pt>
                <c:pt idx="177">
                  <c:v>2.5810740000000001</c:v>
                </c:pt>
                <c:pt idx="178">
                  <c:v>2.5226069999999998</c:v>
                </c:pt>
                <c:pt idx="179">
                  <c:v>2.4041649999999999</c:v>
                </c:pt>
                <c:pt idx="180">
                  <c:v>2.3326720000000001</c:v>
                </c:pt>
                <c:pt idx="181">
                  <c:v>2.2371889999999999</c:v>
                </c:pt>
                <c:pt idx="182">
                  <c:v>2.1726649999999998</c:v>
                </c:pt>
                <c:pt idx="183">
                  <c:v>5.4558850000000003</c:v>
                </c:pt>
                <c:pt idx="184">
                  <c:v>5.468407</c:v>
                </c:pt>
                <c:pt idx="185">
                  <c:v>5.4325890000000001</c:v>
                </c:pt>
                <c:pt idx="186">
                  <c:v>5.4381469999999998</c:v>
                </c:pt>
                <c:pt idx="187">
                  <c:v>4.6181929999999998</c:v>
                </c:pt>
                <c:pt idx="188">
                  <c:v>4.5710160000000002</c:v>
                </c:pt>
                <c:pt idx="189">
                  <c:v>4.5430109999999999</c:v>
                </c:pt>
                <c:pt idx="190">
                  <c:v>4.5156799999999997</c:v>
                </c:pt>
                <c:pt idx="191">
                  <c:v>4.3663689999999997</c:v>
                </c:pt>
                <c:pt idx="192">
                  <c:v>4.246378</c:v>
                </c:pt>
                <c:pt idx="193">
                  <c:v>4.1281100000000004</c:v>
                </c:pt>
                <c:pt idx="194">
                  <c:v>4.0363990000000003</c:v>
                </c:pt>
                <c:pt idx="195">
                  <c:v>3.8471150000000001</c:v>
                </c:pt>
                <c:pt idx="196">
                  <c:v>3.6970040000000002</c:v>
                </c:pt>
                <c:pt idx="197">
                  <c:v>3.1417299999999999</c:v>
                </c:pt>
                <c:pt idx="198">
                  <c:v>2.8415379999999999</c:v>
                </c:pt>
                <c:pt idx="199">
                  <c:v>2.759493</c:v>
                </c:pt>
                <c:pt idx="200">
                  <c:v>2.683789</c:v>
                </c:pt>
                <c:pt idx="201">
                  <c:v>5.032807</c:v>
                </c:pt>
                <c:pt idx="202">
                  <c:v>4.6340760000000003</c:v>
                </c:pt>
                <c:pt idx="203">
                  <c:v>3.118249</c:v>
                </c:pt>
                <c:pt idx="204">
                  <c:v>2.921818</c:v>
                </c:pt>
                <c:pt idx="205">
                  <c:v>2.7799839999999998</c:v>
                </c:pt>
                <c:pt idx="206">
                  <c:v>2.606919</c:v>
                </c:pt>
                <c:pt idx="207">
                  <c:v>2.52122</c:v>
                </c:pt>
                <c:pt idx="208">
                  <c:v>3.9462109999999999</c:v>
                </c:pt>
                <c:pt idx="209">
                  <c:v>3.9539710000000001</c:v>
                </c:pt>
                <c:pt idx="210">
                  <c:v>3.841224</c:v>
                </c:pt>
                <c:pt idx="211">
                  <c:v>3.7565460000000002</c:v>
                </c:pt>
                <c:pt idx="212">
                  <c:v>3.6107290000000001</c:v>
                </c:pt>
                <c:pt idx="213">
                  <c:v>3.499825</c:v>
                </c:pt>
                <c:pt idx="214">
                  <c:v>3.3217850000000002</c:v>
                </c:pt>
                <c:pt idx="215">
                  <c:v>3.178992</c:v>
                </c:pt>
                <c:pt idx="216">
                  <c:v>6.5831549999999996</c:v>
                </c:pt>
                <c:pt idx="217">
                  <c:v>7.0430429999999999</c:v>
                </c:pt>
                <c:pt idx="218">
                  <c:v>6.3374220000000001</c:v>
                </c:pt>
                <c:pt idx="219">
                  <c:v>6.3556090000000003</c:v>
                </c:pt>
                <c:pt idx="220">
                  <c:v>6.3370870000000004</c:v>
                </c:pt>
                <c:pt idx="221">
                  <c:v>6.3165880000000003</c:v>
                </c:pt>
                <c:pt idx="222">
                  <c:v>6.2801640000000001</c:v>
                </c:pt>
                <c:pt idx="223">
                  <c:v>6.2432379999999998</c:v>
                </c:pt>
                <c:pt idx="224">
                  <c:v>6.1868049999999997</c:v>
                </c:pt>
                <c:pt idx="225">
                  <c:v>6.1356580000000003</c:v>
                </c:pt>
                <c:pt idx="226">
                  <c:v>6.0444719999999998</c:v>
                </c:pt>
                <c:pt idx="227">
                  <c:v>5.9479730000000002</c:v>
                </c:pt>
                <c:pt idx="228">
                  <c:v>5.8271009999999999</c:v>
                </c:pt>
                <c:pt idx="229">
                  <c:v>5.707649</c:v>
                </c:pt>
                <c:pt idx="230">
                  <c:v>5.547199</c:v>
                </c:pt>
                <c:pt idx="231">
                  <c:v>5.3978489999999999</c:v>
                </c:pt>
                <c:pt idx="232">
                  <c:v>5.2409559999999997</c:v>
                </c:pt>
                <c:pt idx="233">
                  <c:v>5.0959989999999999</c:v>
                </c:pt>
                <c:pt idx="234">
                  <c:v>4.9579950000000004</c:v>
                </c:pt>
                <c:pt idx="235">
                  <c:v>4.8288289999999998</c:v>
                </c:pt>
                <c:pt idx="236">
                  <c:v>4.7007399999999997</c:v>
                </c:pt>
                <c:pt idx="237">
                  <c:v>4.5836459999999999</c:v>
                </c:pt>
                <c:pt idx="238">
                  <c:v>4.4906949999999997</c:v>
                </c:pt>
                <c:pt idx="239">
                  <c:v>4.3842220000000003</c:v>
                </c:pt>
                <c:pt idx="240">
                  <c:v>4.2811269999999997</c:v>
                </c:pt>
                <c:pt idx="241">
                  <c:v>4.1871780000000003</c:v>
                </c:pt>
                <c:pt idx="242">
                  <c:v>6.7839830000000001</c:v>
                </c:pt>
                <c:pt idx="243">
                  <c:v>7.0718699999999997</c:v>
                </c:pt>
                <c:pt idx="244">
                  <c:v>5.6277929999999996</c:v>
                </c:pt>
                <c:pt idx="245">
                  <c:v>5.1178900000000001</c:v>
                </c:pt>
                <c:pt idx="246">
                  <c:v>3.3623820000000002</c:v>
                </c:pt>
                <c:pt idx="247">
                  <c:v>3.3376790000000001</c:v>
                </c:pt>
                <c:pt idx="248">
                  <c:v>3.3359040000000002</c:v>
                </c:pt>
                <c:pt idx="249">
                  <c:v>3.3157290000000001</c:v>
                </c:pt>
                <c:pt idx="250">
                  <c:v>3.3025720000000001</c:v>
                </c:pt>
                <c:pt idx="251">
                  <c:v>3.2822520000000002</c:v>
                </c:pt>
                <c:pt idx="252">
                  <c:v>3.2722410000000002</c:v>
                </c:pt>
                <c:pt idx="253">
                  <c:v>3.2612700000000001</c:v>
                </c:pt>
                <c:pt idx="254">
                  <c:v>2.7752050000000001</c:v>
                </c:pt>
                <c:pt idx="255">
                  <c:v>2.7625739999999999</c:v>
                </c:pt>
                <c:pt idx="256">
                  <c:v>2.755846</c:v>
                </c:pt>
                <c:pt idx="257">
                  <c:v>2.7495569999999998</c:v>
                </c:pt>
                <c:pt idx="258">
                  <c:v>5.3180769999999997</c:v>
                </c:pt>
                <c:pt idx="259">
                  <c:v>5.3248559999999996</c:v>
                </c:pt>
                <c:pt idx="260">
                  <c:v>5.1783039999999998</c:v>
                </c:pt>
                <c:pt idx="261">
                  <c:v>4.9259190000000004</c:v>
                </c:pt>
                <c:pt idx="262">
                  <c:v>4.3836409999999999</c:v>
                </c:pt>
                <c:pt idx="263">
                  <c:v>4.2214989999999997</c:v>
                </c:pt>
                <c:pt idx="264">
                  <c:v>4.023549</c:v>
                </c:pt>
                <c:pt idx="265">
                  <c:v>3.8184010000000002</c:v>
                </c:pt>
                <c:pt idx="266">
                  <c:v>5.7164890000000002</c:v>
                </c:pt>
                <c:pt idx="267">
                  <c:v>5.9161929999999998</c:v>
                </c:pt>
                <c:pt idx="268">
                  <c:v>2.379537</c:v>
                </c:pt>
                <c:pt idx="269">
                  <c:v>7.5979559999999999</c:v>
                </c:pt>
                <c:pt idx="270">
                  <c:v>7.6648160000000001</c:v>
                </c:pt>
                <c:pt idx="271">
                  <c:v>5.5561210000000001</c:v>
                </c:pt>
                <c:pt idx="272">
                  <c:v>4.8378769999999998</c:v>
                </c:pt>
                <c:pt idx="273">
                  <c:v>3.8275399999999999</c:v>
                </c:pt>
                <c:pt idx="274">
                  <c:v>3.3930349999999998</c:v>
                </c:pt>
                <c:pt idx="275">
                  <c:v>2.9421200000000001</c:v>
                </c:pt>
                <c:pt idx="276">
                  <c:v>2.6911119999999999</c:v>
                </c:pt>
                <c:pt idx="277">
                  <c:v>2.4680749999999998</c:v>
                </c:pt>
                <c:pt idx="278">
                  <c:v>2.326346</c:v>
                </c:pt>
                <c:pt idx="279">
                  <c:v>2.2002600000000001</c:v>
                </c:pt>
                <c:pt idx="280">
                  <c:v>2.1146389999999999</c:v>
                </c:pt>
                <c:pt idx="281">
                  <c:v>5.2977639999999999</c:v>
                </c:pt>
                <c:pt idx="282">
                  <c:v>5.238594</c:v>
                </c:pt>
                <c:pt idx="283">
                  <c:v>2.2246839999999999</c:v>
                </c:pt>
                <c:pt idx="284">
                  <c:v>2.2142629999999999</c:v>
                </c:pt>
                <c:pt idx="285">
                  <c:v>2.1551680000000002</c:v>
                </c:pt>
                <c:pt idx="286">
                  <c:v>2.1105960000000001</c:v>
                </c:pt>
                <c:pt idx="287">
                  <c:v>1.891014</c:v>
                </c:pt>
                <c:pt idx="288">
                  <c:v>1.8082990000000001</c:v>
                </c:pt>
                <c:pt idx="289">
                  <c:v>1.7879229999999999</c:v>
                </c:pt>
                <c:pt idx="290">
                  <c:v>1.622436</c:v>
                </c:pt>
                <c:pt idx="291">
                  <c:v>7.2783300000000004</c:v>
                </c:pt>
                <c:pt idx="292">
                  <c:v>7.4142049999999999</c:v>
                </c:pt>
                <c:pt idx="293">
                  <c:v>7.1260760000000003</c:v>
                </c:pt>
                <c:pt idx="294">
                  <c:v>7.1293810000000004</c:v>
                </c:pt>
                <c:pt idx="295">
                  <c:v>6.9422259999999998</c:v>
                </c:pt>
                <c:pt idx="296">
                  <c:v>6.9539980000000003</c:v>
                </c:pt>
                <c:pt idx="297">
                  <c:v>6.8308669999999996</c:v>
                </c:pt>
                <c:pt idx="298">
                  <c:v>6.7044899999999998</c:v>
                </c:pt>
                <c:pt idx="299">
                  <c:v>5.4206089999999998</c:v>
                </c:pt>
                <c:pt idx="300">
                  <c:v>5.3547779999999996</c:v>
                </c:pt>
                <c:pt idx="301">
                  <c:v>5.2994960000000004</c:v>
                </c:pt>
                <c:pt idx="302">
                  <c:v>5.2398150000000001</c:v>
                </c:pt>
                <c:pt idx="303">
                  <c:v>5.105683</c:v>
                </c:pt>
                <c:pt idx="304">
                  <c:v>4.9533019999999999</c:v>
                </c:pt>
                <c:pt idx="305">
                  <c:v>4.3251629999999999</c:v>
                </c:pt>
                <c:pt idx="306">
                  <c:v>4.2650430000000004</c:v>
                </c:pt>
                <c:pt idx="307">
                  <c:v>4.21875</c:v>
                </c:pt>
                <c:pt idx="308">
                  <c:v>7.6177570000000001</c:v>
                </c:pt>
                <c:pt idx="309">
                  <c:v>7.7840720000000001</c:v>
                </c:pt>
                <c:pt idx="310">
                  <c:v>5.4353829999999999</c:v>
                </c:pt>
                <c:pt idx="311">
                  <c:v>4.1994449999999999</c:v>
                </c:pt>
                <c:pt idx="312">
                  <c:v>4.1829219999999996</c:v>
                </c:pt>
                <c:pt idx="313">
                  <c:v>4.1547429999999999</c:v>
                </c:pt>
                <c:pt idx="314">
                  <c:v>4.1300059999999998</c:v>
                </c:pt>
                <c:pt idx="315">
                  <c:v>3.9399190000000002</c:v>
                </c:pt>
                <c:pt idx="316">
                  <c:v>3.910895</c:v>
                </c:pt>
                <c:pt idx="317">
                  <c:v>3.8814869999999999</c:v>
                </c:pt>
                <c:pt idx="318">
                  <c:v>3.6795680000000002</c:v>
                </c:pt>
                <c:pt idx="319">
                  <c:v>3.6428440000000002</c:v>
                </c:pt>
                <c:pt idx="320">
                  <c:v>3.596562</c:v>
                </c:pt>
                <c:pt idx="321">
                  <c:v>3.5345840000000002</c:v>
                </c:pt>
                <c:pt idx="322">
                  <c:v>3.478596</c:v>
                </c:pt>
                <c:pt idx="323">
                  <c:v>3.3059509999999999</c:v>
                </c:pt>
                <c:pt idx="324">
                  <c:v>3.1969780000000001</c:v>
                </c:pt>
                <c:pt idx="325">
                  <c:v>3.1751930000000002</c:v>
                </c:pt>
                <c:pt idx="326">
                  <c:v>2.9875590000000001</c:v>
                </c:pt>
                <c:pt idx="327">
                  <c:v>2.8313890000000002</c:v>
                </c:pt>
                <c:pt idx="328">
                  <c:v>2.8039930000000002</c:v>
                </c:pt>
                <c:pt idx="329">
                  <c:v>2.7488350000000001</c:v>
                </c:pt>
                <c:pt idx="330">
                  <c:v>2.4997919999999998</c:v>
                </c:pt>
                <c:pt idx="331">
                  <c:v>2.3609040000000001</c:v>
                </c:pt>
                <c:pt idx="332">
                  <c:v>2.2969390000000001</c:v>
                </c:pt>
                <c:pt idx="333">
                  <c:v>2.1598220000000001</c:v>
                </c:pt>
                <c:pt idx="334">
                  <c:v>2.0752830000000002</c:v>
                </c:pt>
                <c:pt idx="335">
                  <c:v>6.1703219999999996</c:v>
                </c:pt>
                <c:pt idx="336">
                  <c:v>6.0442020000000003</c:v>
                </c:pt>
                <c:pt idx="337">
                  <c:v>5.4323969999999999</c:v>
                </c:pt>
                <c:pt idx="338">
                  <c:v>5.0899260000000002</c:v>
                </c:pt>
                <c:pt idx="339">
                  <c:v>4.6212489999999997</c:v>
                </c:pt>
                <c:pt idx="340">
                  <c:v>3.9948640000000002</c:v>
                </c:pt>
                <c:pt idx="341">
                  <c:v>3.8403290000000001</c:v>
                </c:pt>
                <c:pt idx="342">
                  <c:v>3.724701</c:v>
                </c:pt>
                <c:pt idx="343">
                  <c:v>3.5440109999999998</c:v>
                </c:pt>
                <c:pt idx="344">
                  <c:v>3.406962</c:v>
                </c:pt>
                <c:pt idx="345">
                  <c:v>3.2675730000000001</c:v>
                </c:pt>
                <c:pt idx="346">
                  <c:v>3.130884</c:v>
                </c:pt>
                <c:pt idx="347">
                  <c:v>2.9161410000000001</c:v>
                </c:pt>
                <c:pt idx="348">
                  <c:v>2.750988</c:v>
                </c:pt>
                <c:pt idx="349">
                  <c:v>4.796475</c:v>
                </c:pt>
                <c:pt idx="350">
                  <c:v>4.6045439999999997</c:v>
                </c:pt>
                <c:pt idx="351">
                  <c:v>4.4498009999999999</c:v>
                </c:pt>
                <c:pt idx="352">
                  <c:v>4.3102989999999997</c:v>
                </c:pt>
                <c:pt idx="353">
                  <c:v>3.9228000000000001</c:v>
                </c:pt>
                <c:pt idx="354">
                  <c:v>3.7185790000000001</c:v>
                </c:pt>
                <c:pt idx="355">
                  <c:v>3.3743479999999999</c:v>
                </c:pt>
                <c:pt idx="356">
                  <c:v>3.1899639999999998</c:v>
                </c:pt>
                <c:pt idx="357">
                  <c:v>2.9210349999999998</c:v>
                </c:pt>
                <c:pt idx="358">
                  <c:v>2.0263599999999999</c:v>
                </c:pt>
                <c:pt idx="359">
                  <c:v>2.0228700000000002</c:v>
                </c:pt>
                <c:pt idx="360">
                  <c:v>2.005925</c:v>
                </c:pt>
                <c:pt idx="361">
                  <c:v>1.9990509999999999</c:v>
                </c:pt>
                <c:pt idx="362">
                  <c:v>8.3015460000000001</c:v>
                </c:pt>
                <c:pt idx="363">
                  <c:v>8.7291980000000002</c:v>
                </c:pt>
                <c:pt idx="364">
                  <c:v>8.7309479999999997</c:v>
                </c:pt>
                <c:pt idx="365">
                  <c:v>8.7254330000000007</c:v>
                </c:pt>
                <c:pt idx="366">
                  <c:v>8.6872670000000003</c:v>
                </c:pt>
                <c:pt idx="367">
                  <c:v>8.6560550000000003</c:v>
                </c:pt>
                <c:pt idx="368">
                  <c:v>7.5024610000000003</c:v>
                </c:pt>
                <c:pt idx="369">
                  <c:v>7.5635510000000004</c:v>
                </c:pt>
                <c:pt idx="370">
                  <c:v>7.5629799999999996</c:v>
                </c:pt>
                <c:pt idx="371">
                  <c:v>7.5623529999999999</c:v>
                </c:pt>
                <c:pt idx="372">
                  <c:v>7.5506460000000004</c:v>
                </c:pt>
                <c:pt idx="373">
                  <c:v>7.5424959999999999</c:v>
                </c:pt>
                <c:pt idx="374">
                  <c:v>7.5026000000000002</c:v>
                </c:pt>
                <c:pt idx="375">
                  <c:v>7.4353300000000004</c:v>
                </c:pt>
                <c:pt idx="376">
                  <c:v>7.3837409999999997</c:v>
                </c:pt>
                <c:pt idx="377">
                  <c:v>7.3325760000000004</c:v>
                </c:pt>
                <c:pt idx="378">
                  <c:v>7.305796</c:v>
                </c:pt>
                <c:pt idx="379">
                  <c:v>7.2401759999999999</c:v>
                </c:pt>
                <c:pt idx="380">
                  <c:v>7.2033719999999999</c:v>
                </c:pt>
                <c:pt idx="381">
                  <c:v>7.0788859999999998</c:v>
                </c:pt>
                <c:pt idx="382">
                  <c:v>7.0409649999999999</c:v>
                </c:pt>
                <c:pt idx="383">
                  <c:v>6.999466</c:v>
                </c:pt>
                <c:pt idx="384">
                  <c:v>6.9545599999999999</c:v>
                </c:pt>
                <c:pt idx="385">
                  <c:v>6.7860440000000004</c:v>
                </c:pt>
                <c:pt idx="386">
                  <c:v>6.60954</c:v>
                </c:pt>
                <c:pt idx="387">
                  <c:v>6.4525540000000001</c:v>
                </c:pt>
                <c:pt idx="388">
                  <c:v>3.833602</c:v>
                </c:pt>
                <c:pt idx="389">
                  <c:v>3.104832</c:v>
                </c:pt>
                <c:pt idx="390">
                  <c:v>2.9450189999999998</c:v>
                </c:pt>
                <c:pt idx="391">
                  <c:v>2.924776</c:v>
                </c:pt>
                <c:pt idx="392">
                  <c:v>2.8530880000000001</c:v>
                </c:pt>
                <c:pt idx="393">
                  <c:v>2.8121499999999999</c:v>
                </c:pt>
                <c:pt idx="394">
                  <c:v>2.729663</c:v>
                </c:pt>
                <c:pt idx="395">
                  <c:v>2.665073</c:v>
                </c:pt>
                <c:pt idx="396">
                  <c:v>7.0894940000000002</c:v>
                </c:pt>
                <c:pt idx="397">
                  <c:v>6.8895650000000002</c:v>
                </c:pt>
                <c:pt idx="398">
                  <c:v>6.764977</c:v>
                </c:pt>
                <c:pt idx="399">
                  <c:v>6.6322450000000002</c:v>
                </c:pt>
                <c:pt idx="400">
                  <c:v>5.9373339999999999</c:v>
                </c:pt>
                <c:pt idx="401">
                  <c:v>5.587466</c:v>
                </c:pt>
                <c:pt idx="402">
                  <c:v>4.7574810000000003</c:v>
                </c:pt>
                <c:pt idx="403">
                  <c:v>4.1316759999999997</c:v>
                </c:pt>
                <c:pt idx="404">
                  <c:v>2.7671399999999999</c:v>
                </c:pt>
                <c:pt idx="405">
                  <c:v>2.5200809999999998</c:v>
                </c:pt>
                <c:pt idx="406">
                  <c:v>2.4900929999999999</c:v>
                </c:pt>
                <c:pt idx="407">
                  <c:v>2.474437</c:v>
                </c:pt>
                <c:pt idx="408">
                  <c:v>2.4565839999999999</c:v>
                </c:pt>
                <c:pt idx="409">
                  <c:v>2.4287920000000001</c:v>
                </c:pt>
                <c:pt idx="410">
                  <c:v>2.398215</c:v>
                </c:pt>
                <c:pt idx="411">
                  <c:v>2.3826480000000001</c:v>
                </c:pt>
                <c:pt idx="412">
                  <c:v>2.36084</c:v>
                </c:pt>
                <c:pt idx="413">
                  <c:v>2.3405230000000001</c:v>
                </c:pt>
                <c:pt idx="414">
                  <c:v>2.320128</c:v>
                </c:pt>
                <c:pt idx="415">
                  <c:v>2.2955839999999998</c:v>
                </c:pt>
                <c:pt idx="416">
                  <c:v>6.6923240000000002</c:v>
                </c:pt>
                <c:pt idx="417">
                  <c:v>6.863575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DE3-4B9F-A826-6014C5C83A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861370704"/>
        <c:axId val="937622352"/>
      </c:scatterChart>
      <c:valAx>
        <c:axId val="86137070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Занятый</a:t>
                </a:r>
                <a:r>
                  <a:rPr lang="ru-RU" baseline="0" dirty="0"/>
                  <a:t> </a:t>
                </a:r>
                <a:r>
                  <a:rPr lang="en-US" baseline="0" dirty="0"/>
                  <a:t>KV-</a:t>
                </a:r>
                <a:r>
                  <a:rPr lang="ru-RU" baseline="0" dirty="0"/>
                  <a:t>кэш, ячейки</a:t>
                </a:r>
                <a:endParaRPr lang="en-US" dirty="0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37622352"/>
        <c:crosses val="autoZero"/>
        <c:crossBetween val="midCat"/>
      </c:valAx>
      <c:valAx>
        <c:axId val="9376223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Скорость генерации,(токены/с)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3.0529786866247407E-2"/>
              <c:y val="0.2099913621073464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86137070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Как</a:t>
            </a:r>
            <a:r>
              <a:rPr lang="ru-RU" baseline="0"/>
              <a:t> зависит маска </a:t>
            </a:r>
            <a:r>
              <a:rPr lang="en-US" baseline="0"/>
              <a:t>KV</a:t>
            </a:r>
            <a:r>
              <a:rPr lang="ru-RU" baseline="0"/>
              <a:t>кэша и количество занятого </a:t>
            </a:r>
            <a:r>
              <a:rPr lang="en-US" baseline="0"/>
              <a:t>KV</a:t>
            </a:r>
            <a:r>
              <a:rPr lang="ru-RU" baseline="0"/>
              <a:t>кэша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Sheet1!$I$1</c:f>
              <c:strCache>
                <c:ptCount val="1"/>
                <c:pt idx="0">
                  <c:v>kv_masked_cells_procent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tx1"/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Sheet1!$H$2:$H$419</c:f>
              <c:numCache>
                <c:formatCode>General</c:formatCode>
                <c:ptCount val="418"/>
                <c:pt idx="0">
                  <c:v>6396</c:v>
                </c:pt>
                <c:pt idx="1">
                  <c:v>6747</c:v>
                </c:pt>
                <c:pt idx="2">
                  <c:v>6985</c:v>
                </c:pt>
                <c:pt idx="3">
                  <c:v>7243</c:v>
                </c:pt>
                <c:pt idx="4">
                  <c:v>10225</c:v>
                </c:pt>
                <c:pt idx="5">
                  <c:v>17353</c:v>
                </c:pt>
                <c:pt idx="6">
                  <c:v>17615</c:v>
                </c:pt>
                <c:pt idx="7">
                  <c:v>20311</c:v>
                </c:pt>
                <c:pt idx="8">
                  <c:v>20993</c:v>
                </c:pt>
                <c:pt idx="9">
                  <c:v>22608</c:v>
                </c:pt>
                <c:pt idx="10">
                  <c:v>23041</c:v>
                </c:pt>
                <c:pt idx="11">
                  <c:v>26809</c:v>
                </c:pt>
                <c:pt idx="12">
                  <c:v>27054</c:v>
                </c:pt>
                <c:pt idx="13">
                  <c:v>34376</c:v>
                </c:pt>
                <c:pt idx="14">
                  <c:v>34691</c:v>
                </c:pt>
                <c:pt idx="15">
                  <c:v>36133</c:v>
                </c:pt>
                <c:pt idx="16">
                  <c:v>36351</c:v>
                </c:pt>
                <c:pt idx="17">
                  <c:v>41959</c:v>
                </c:pt>
                <c:pt idx="18">
                  <c:v>42121</c:v>
                </c:pt>
                <c:pt idx="19">
                  <c:v>43419</c:v>
                </c:pt>
                <c:pt idx="20">
                  <c:v>43787</c:v>
                </c:pt>
                <c:pt idx="21">
                  <c:v>50946</c:v>
                </c:pt>
                <c:pt idx="22">
                  <c:v>52177</c:v>
                </c:pt>
                <c:pt idx="23">
                  <c:v>56816</c:v>
                </c:pt>
                <c:pt idx="24">
                  <c:v>57397</c:v>
                </c:pt>
                <c:pt idx="25">
                  <c:v>57757</c:v>
                </c:pt>
                <c:pt idx="26">
                  <c:v>58293</c:v>
                </c:pt>
                <c:pt idx="27">
                  <c:v>59384</c:v>
                </c:pt>
                <c:pt idx="28">
                  <c:v>59769</c:v>
                </c:pt>
                <c:pt idx="29">
                  <c:v>61725</c:v>
                </c:pt>
                <c:pt idx="30">
                  <c:v>62135</c:v>
                </c:pt>
                <c:pt idx="31">
                  <c:v>3736</c:v>
                </c:pt>
                <c:pt idx="32">
                  <c:v>4463</c:v>
                </c:pt>
                <c:pt idx="33">
                  <c:v>6836</c:v>
                </c:pt>
                <c:pt idx="34">
                  <c:v>7486</c:v>
                </c:pt>
                <c:pt idx="35">
                  <c:v>8766</c:v>
                </c:pt>
                <c:pt idx="36">
                  <c:v>9095</c:v>
                </c:pt>
                <c:pt idx="37">
                  <c:v>12958</c:v>
                </c:pt>
                <c:pt idx="38">
                  <c:v>13391</c:v>
                </c:pt>
                <c:pt idx="39">
                  <c:v>16429</c:v>
                </c:pt>
                <c:pt idx="40">
                  <c:v>17354</c:v>
                </c:pt>
                <c:pt idx="41">
                  <c:v>18370</c:v>
                </c:pt>
                <c:pt idx="42">
                  <c:v>18896</c:v>
                </c:pt>
                <c:pt idx="43">
                  <c:v>25065</c:v>
                </c:pt>
                <c:pt idx="44">
                  <c:v>26864</c:v>
                </c:pt>
                <c:pt idx="45">
                  <c:v>28182</c:v>
                </c:pt>
                <c:pt idx="46">
                  <c:v>28346</c:v>
                </c:pt>
                <c:pt idx="47">
                  <c:v>30205</c:v>
                </c:pt>
                <c:pt idx="48">
                  <c:v>30640</c:v>
                </c:pt>
                <c:pt idx="49">
                  <c:v>31429</c:v>
                </c:pt>
                <c:pt idx="50">
                  <c:v>31779</c:v>
                </c:pt>
                <c:pt idx="51">
                  <c:v>34066</c:v>
                </c:pt>
                <c:pt idx="52">
                  <c:v>34670</c:v>
                </c:pt>
                <c:pt idx="53">
                  <c:v>40281</c:v>
                </c:pt>
                <c:pt idx="54">
                  <c:v>41398</c:v>
                </c:pt>
                <c:pt idx="55">
                  <c:v>42806</c:v>
                </c:pt>
                <c:pt idx="56">
                  <c:v>43275</c:v>
                </c:pt>
                <c:pt idx="57">
                  <c:v>45495</c:v>
                </c:pt>
                <c:pt idx="58">
                  <c:v>45893</c:v>
                </c:pt>
                <c:pt idx="59">
                  <c:v>55655</c:v>
                </c:pt>
                <c:pt idx="60">
                  <c:v>57800</c:v>
                </c:pt>
                <c:pt idx="61">
                  <c:v>58230</c:v>
                </c:pt>
                <c:pt idx="62">
                  <c:v>58671</c:v>
                </c:pt>
                <c:pt idx="63">
                  <c:v>59946</c:v>
                </c:pt>
                <c:pt idx="64">
                  <c:v>60420</c:v>
                </c:pt>
                <c:pt idx="65">
                  <c:v>60945</c:v>
                </c:pt>
                <c:pt idx="66">
                  <c:v>61225</c:v>
                </c:pt>
                <c:pt idx="67">
                  <c:v>62522</c:v>
                </c:pt>
                <c:pt idx="68">
                  <c:v>62850</c:v>
                </c:pt>
                <c:pt idx="69">
                  <c:v>64392</c:v>
                </c:pt>
                <c:pt idx="70">
                  <c:v>64813</c:v>
                </c:pt>
                <c:pt idx="71">
                  <c:v>844</c:v>
                </c:pt>
                <c:pt idx="72">
                  <c:v>1125</c:v>
                </c:pt>
                <c:pt idx="73">
                  <c:v>2595</c:v>
                </c:pt>
                <c:pt idx="74">
                  <c:v>3187</c:v>
                </c:pt>
                <c:pt idx="75">
                  <c:v>9065</c:v>
                </c:pt>
                <c:pt idx="76">
                  <c:v>9406</c:v>
                </c:pt>
                <c:pt idx="77">
                  <c:v>10060</c:v>
                </c:pt>
                <c:pt idx="78">
                  <c:v>10401</c:v>
                </c:pt>
                <c:pt idx="79">
                  <c:v>12145</c:v>
                </c:pt>
                <c:pt idx="80">
                  <c:v>12661</c:v>
                </c:pt>
                <c:pt idx="81">
                  <c:v>19445</c:v>
                </c:pt>
                <c:pt idx="82">
                  <c:v>20230</c:v>
                </c:pt>
                <c:pt idx="83">
                  <c:v>20384</c:v>
                </c:pt>
                <c:pt idx="84">
                  <c:v>20522</c:v>
                </c:pt>
                <c:pt idx="85">
                  <c:v>21136</c:v>
                </c:pt>
                <c:pt idx="86">
                  <c:v>21517</c:v>
                </c:pt>
                <c:pt idx="87">
                  <c:v>25673</c:v>
                </c:pt>
                <c:pt idx="88">
                  <c:v>26464</c:v>
                </c:pt>
                <c:pt idx="89">
                  <c:v>30999</c:v>
                </c:pt>
                <c:pt idx="90">
                  <c:v>31208</c:v>
                </c:pt>
                <c:pt idx="91">
                  <c:v>34544</c:v>
                </c:pt>
                <c:pt idx="92">
                  <c:v>34773</c:v>
                </c:pt>
                <c:pt idx="93">
                  <c:v>35980</c:v>
                </c:pt>
                <c:pt idx="94">
                  <c:v>36391</c:v>
                </c:pt>
                <c:pt idx="95">
                  <c:v>37254</c:v>
                </c:pt>
                <c:pt idx="96">
                  <c:v>37529</c:v>
                </c:pt>
                <c:pt idx="97">
                  <c:v>39946</c:v>
                </c:pt>
                <c:pt idx="98">
                  <c:v>40476</c:v>
                </c:pt>
                <c:pt idx="99">
                  <c:v>42396</c:v>
                </c:pt>
                <c:pt idx="100">
                  <c:v>42793</c:v>
                </c:pt>
                <c:pt idx="101">
                  <c:v>23953</c:v>
                </c:pt>
                <c:pt idx="102">
                  <c:v>25621</c:v>
                </c:pt>
                <c:pt idx="103">
                  <c:v>27719</c:v>
                </c:pt>
                <c:pt idx="104">
                  <c:v>28143</c:v>
                </c:pt>
                <c:pt idx="105">
                  <c:v>31179</c:v>
                </c:pt>
                <c:pt idx="106">
                  <c:v>31648</c:v>
                </c:pt>
                <c:pt idx="107">
                  <c:v>33394</c:v>
                </c:pt>
                <c:pt idx="108">
                  <c:v>33869</c:v>
                </c:pt>
                <c:pt idx="109">
                  <c:v>34810</c:v>
                </c:pt>
                <c:pt idx="110">
                  <c:v>35192</c:v>
                </c:pt>
                <c:pt idx="111">
                  <c:v>41255</c:v>
                </c:pt>
                <c:pt idx="112">
                  <c:v>41737</c:v>
                </c:pt>
                <c:pt idx="113">
                  <c:v>42159</c:v>
                </c:pt>
                <c:pt idx="114">
                  <c:v>48270</c:v>
                </c:pt>
                <c:pt idx="115">
                  <c:v>50588</c:v>
                </c:pt>
                <c:pt idx="116">
                  <c:v>50748</c:v>
                </c:pt>
                <c:pt idx="117">
                  <c:v>51120</c:v>
                </c:pt>
                <c:pt idx="118">
                  <c:v>51367</c:v>
                </c:pt>
                <c:pt idx="119">
                  <c:v>51674</c:v>
                </c:pt>
                <c:pt idx="120">
                  <c:v>52007</c:v>
                </c:pt>
                <c:pt idx="121">
                  <c:v>13507</c:v>
                </c:pt>
                <c:pt idx="122">
                  <c:v>15102</c:v>
                </c:pt>
                <c:pt idx="123">
                  <c:v>15845</c:v>
                </c:pt>
                <c:pt idx="124">
                  <c:v>16057</c:v>
                </c:pt>
                <c:pt idx="125">
                  <c:v>17270</c:v>
                </c:pt>
                <c:pt idx="126">
                  <c:v>17434</c:v>
                </c:pt>
                <c:pt idx="127">
                  <c:v>24127</c:v>
                </c:pt>
                <c:pt idx="128">
                  <c:v>24415</c:v>
                </c:pt>
                <c:pt idx="129">
                  <c:v>33454</c:v>
                </c:pt>
                <c:pt idx="130">
                  <c:v>34523</c:v>
                </c:pt>
                <c:pt idx="131">
                  <c:v>39112</c:v>
                </c:pt>
                <c:pt idx="132">
                  <c:v>39579</c:v>
                </c:pt>
                <c:pt idx="133">
                  <c:v>51965</c:v>
                </c:pt>
                <c:pt idx="134">
                  <c:v>52270</c:v>
                </c:pt>
                <c:pt idx="135">
                  <c:v>18002</c:v>
                </c:pt>
                <c:pt idx="136">
                  <c:v>19029</c:v>
                </c:pt>
                <c:pt idx="137">
                  <c:v>43464</c:v>
                </c:pt>
                <c:pt idx="138">
                  <c:v>44167</c:v>
                </c:pt>
                <c:pt idx="139">
                  <c:v>49997</c:v>
                </c:pt>
                <c:pt idx="140">
                  <c:v>50685</c:v>
                </c:pt>
                <c:pt idx="141">
                  <c:v>54149</c:v>
                </c:pt>
                <c:pt idx="142">
                  <c:v>54739</c:v>
                </c:pt>
                <c:pt idx="143">
                  <c:v>56137</c:v>
                </c:pt>
                <c:pt idx="144">
                  <c:v>56562</c:v>
                </c:pt>
                <c:pt idx="145">
                  <c:v>10304</c:v>
                </c:pt>
                <c:pt idx="146">
                  <c:v>11485</c:v>
                </c:pt>
                <c:pt idx="147">
                  <c:v>22455</c:v>
                </c:pt>
                <c:pt idx="148">
                  <c:v>23796</c:v>
                </c:pt>
                <c:pt idx="149">
                  <c:v>33140</c:v>
                </c:pt>
                <c:pt idx="150">
                  <c:v>33869</c:v>
                </c:pt>
                <c:pt idx="151">
                  <c:v>37289</c:v>
                </c:pt>
                <c:pt idx="152">
                  <c:v>37771</c:v>
                </c:pt>
                <c:pt idx="153">
                  <c:v>42213</c:v>
                </c:pt>
                <c:pt idx="154">
                  <c:v>42803</c:v>
                </c:pt>
                <c:pt idx="155">
                  <c:v>44281</c:v>
                </c:pt>
                <c:pt idx="156">
                  <c:v>44825</c:v>
                </c:pt>
                <c:pt idx="157">
                  <c:v>54247</c:v>
                </c:pt>
                <c:pt idx="158">
                  <c:v>54732</c:v>
                </c:pt>
                <c:pt idx="159">
                  <c:v>55579</c:v>
                </c:pt>
                <c:pt idx="160">
                  <c:v>55832</c:v>
                </c:pt>
                <c:pt idx="161">
                  <c:v>18560</c:v>
                </c:pt>
                <c:pt idx="162">
                  <c:v>19376</c:v>
                </c:pt>
                <c:pt idx="163">
                  <c:v>31171</c:v>
                </c:pt>
                <c:pt idx="164">
                  <c:v>31535</c:v>
                </c:pt>
                <c:pt idx="165">
                  <c:v>36460</c:v>
                </c:pt>
                <c:pt idx="166">
                  <c:v>37126</c:v>
                </c:pt>
                <c:pt idx="167">
                  <c:v>38182</c:v>
                </c:pt>
                <c:pt idx="168">
                  <c:v>38444</c:v>
                </c:pt>
                <c:pt idx="169">
                  <c:v>47872</c:v>
                </c:pt>
                <c:pt idx="170">
                  <c:v>48184</c:v>
                </c:pt>
                <c:pt idx="171">
                  <c:v>60705</c:v>
                </c:pt>
                <c:pt idx="172">
                  <c:v>62372</c:v>
                </c:pt>
                <c:pt idx="173">
                  <c:v>18242</c:v>
                </c:pt>
                <c:pt idx="174">
                  <c:v>27034</c:v>
                </c:pt>
                <c:pt idx="175">
                  <c:v>37622</c:v>
                </c:pt>
                <c:pt idx="176">
                  <c:v>40465</c:v>
                </c:pt>
                <c:pt idx="177">
                  <c:v>43468</c:v>
                </c:pt>
                <c:pt idx="178">
                  <c:v>44602</c:v>
                </c:pt>
                <c:pt idx="179">
                  <c:v>47921</c:v>
                </c:pt>
                <c:pt idx="180">
                  <c:v>48800</c:v>
                </c:pt>
                <c:pt idx="181">
                  <c:v>52111</c:v>
                </c:pt>
                <c:pt idx="182">
                  <c:v>52727</c:v>
                </c:pt>
                <c:pt idx="183">
                  <c:v>15753</c:v>
                </c:pt>
                <c:pt idx="184">
                  <c:v>17391</c:v>
                </c:pt>
                <c:pt idx="185">
                  <c:v>18511</c:v>
                </c:pt>
                <c:pt idx="186">
                  <c:v>18806</c:v>
                </c:pt>
                <c:pt idx="187">
                  <c:v>23756</c:v>
                </c:pt>
                <c:pt idx="188">
                  <c:v>24062</c:v>
                </c:pt>
                <c:pt idx="189">
                  <c:v>27551</c:v>
                </c:pt>
                <c:pt idx="190">
                  <c:v>27793</c:v>
                </c:pt>
                <c:pt idx="191">
                  <c:v>35465</c:v>
                </c:pt>
                <c:pt idx="192">
                  <c:v>35703</c:v>
                </c:pt>
                <c:pt idx="193">
                  <c:v>38450</c:v>
                </c:pt>
                <c:pt idx="194">
                  <c:v>38744</c:v>
                </c:pt>
                <c:pt idx="195">
                  <c:v>43625</c:v>
                </c:pt>
                <c:pt idx="196">
                  <c:v>43958</c:v>
                </c:pt>
                <c:pt idx="197">
                  <c:v>44981</c:v>
                </c:pt>
                <c:pt idx="198">
                  <c:v>45508</c:v>
                </c:pt>
                <c:pt idx="199">
                  <c:v>53864</c:v>
                </c:pt>
                <c:pt idx="200">
                  <c:v>55070</c:v>
                </c:pt>
                <c:pt idx="201">
                  <c:v>21289</c:v>
                </c:pt>
                <c:pt idx="202">
                  <c:v>24266</c:v>
                </c:pt>
                <c:pt idx="203">
                  <c:v>46872</c:v>
                </c:pt>
                <c:pt idx="204">
                  <c:v>47372</c:v>
                </c:pt>
                <c:pt idx="205">
                  <c:v>47549</c:v>
                </c:pt>
                <c:pt idx="206">
                  <c:v>48464</c:v>
                </c:pt>
                <c:pt idx="207">
                  <c:v>48617</c:v>
                </c:pt>
                <c:pt idx="208">
                  <c:v>24069</c:v>
                </c:pt>
                <c:pt idx="209">
                  <c:v>24505</c:v>
                </c:pt>
                <c:pt idx="210">
                  <c:v>38040</c:v>
                </c:pt>
                <c:pt idx="211">
                  <c:v>38655</c:v>
                </c:pt>
                <c:pt idx="212">
                  <c:v>46364</c:v>
                </c:pt>
                <c:pt idx="213">
                  <c:v>46566</c:v>
                </c:pt>
                <c:pt idx="214">
                  <c:v>59214</c:v>
                </c:pt>
                <c:pt idx="215">
                  <c:v>60120</c:v>
                </c:pt>
                <c:pt idx="216">
                  <c:v>8538</c:v>
                </c:pt>
                <c:pt idx="217">
                  <c:v>8893</c:v>
                </c:pt>
                <c:pt idx="218">
                  <c:v>14018</c:v>
                </c:pt>
                <c:pt idx="219">
                  <c:v>15058</c:v>
                </c:pt>
                <c:pt idx="220">
                  <c:v>20031</c:v>
                </c:pt>
                <c:pt idx="221">
                  <c:v>20475</c:v>
                </c:pt>
                <c:pt idx="222">
                  <c:v>23425</c:v>
                </c:pt>
                <c:pt idx="223">
                  <c:v>23774</c:v>
                </c:pt>
                <c:pt idx="224">
                  <c:v>26764</c:v>
                </c:pt>
                <c:pt idx="225">
                  <c:v>27053</c:v>
                </c:pt>
                <c:pt idx="226">
                  <c:v>34298</c:v>
                </c:pt>
                <c:pt idx="227">
                  <c:v>35736</c:v>
                </c:pt>
                <c:pt idx="228">
                  <c:v>40697</c:v>
                </c:pt>
                <c:pt idx="229">
                  <c:v>41146</c:v>
                </c:pt>
                <c:pt idx="230">
                  <c:v>50871</c:v>
                </c:pt>
                <c:pt idx="231">
                  <c:v>51497</c:v>
                </c:pt>
                <c:pt idx="232">
                  <c:v>55584</c:v>
                </c:pt>
                <c:pt idx="233">
                  <c:v>55765</c:v>
                </c:pt>
                <c:pt idx="234">
                  <c:v>56948</c:v>
                </c:pt>
                <c:pt idx="235">
                  <c:v>57090</c:v>
                </c:pt>
                <c:pt idx="236">
                  <c:v>59350</c:v>
                </c:pt>
                <c:pt idx="237">
                  <c:v>59588</c:v>
                </c:pt>
                <c:pt idx="238">
                  <c:v>60158</c:v>
                </c:pt>
                <c:pt idx="239">
                  <c:v>60287</c:v>
                </c:pt>
                <c:pt idx="240">
                  <c:v>61405</c:v>
                </c:pt>
                <c:pt idx="241">
                  <c:v>61528</c:v>
                </c:pt>
                <c:pt idx="242">
                  <c:v>9454</c:v>
                </c:pt>
                <c:pt idx="243">
                  <c:v>10081</c:v>
                </c:pt>
                <c:pt idx="244">
                  <c:v>24306</c:v>
                </c:pt>
                <c:pt idx="245">
                  <c:v>24926</c:v>
                </c:pt>
                <c:pt idx="246">
                  <c:v>30081</c:v>
                </c:pt>
                <c:pt idx="247">
                  <c:v>30424</c:v>
                </c:pt>
                <c:pt idx="248">
                  <c:v>32049</c:v>
                </c:pt>
                <c:pt idx="249">
                  <c:v>32340</c:v>
                </c:pt>
                <c:pt idx="250">
                  <c:v>35405</c:v>
                </c:pt>
                <c:pt idx="251">
                  <c:v>35660</c:v>
                </c:pt>
                <c:pt idx="252">
                  <c:v>39640</c:v>
                </c:pt>
                <c:pt idx="253">
                  <c:v>39785</c:v>
                </c:pt>
                <c:pt idx="254">
                  <c:v>41839</c:v>
                </c:pt>
                <c:pt idx="255">
                  <c:v>42158</c:v>
                </c:pt>
                <c:pt idx="256">
                  <c:v>47228</c:v>
                </c:pt>
                <c:pt idx="257">
                  <c:v>47632</c:v>
                </c:pt>
                <c:pt idx="258">
                  <c:v>18840</c:v>
                </c:pt>
                <c:pt idx="259">
                  <c:v>21281</c:v>
                </c:pt>
                <c:pt idx="260">
                  <c:v>24046</c:v>
                </c:pt>
                <c:pt idx="261">
                  <c:v>24588</c:v>
                </c:pt>
                <c:pt idx="262">
                  <c:v>29051</c:v>
                </c:pt>
                <c:pt idx="263">
                  <c:v>29415</c:v>
                </c:pt>
                <c:pt idx="264">
                  <c:v>46130</c:v>
                </c:pt>
                <c:pt idx="265">
                  <c:v>47497</c:v>
                </c:pt>
                <c:pt idx="266">
                  <c:v>17863</c:v>
                </c:pt>
                <c:pt idx="267">
                  <c:v>18439</c:v>
                </c:pt>
                <c:pt idx="268">
                  <c:v>62467</c:v>
                </c:pt>
                <c:pt idx="269">
                  <c:v>11571</c:v>
                </c:pt>
                <c:pt idx="270">
                  <c:v>12357</c:v>
                </c:pt>
                <c:pt idx="271">
                  <c:v>28343</c:v>
                </c:pt>
                <c:pt idx="272">
                  <c:v>29684</c:v>
                </c:pt>
                <c:pt idx="273">
                  <c:v>44241</c:v>
                </c:pt>
                <c:pt idx="274">
                  <c:v>44562</c:v>
                </c:pt>
                <c:pt idx="275">
                  <c:v>56687</c:v>
                </c:pt>
                <c:pt idx="276">
                  <c:v>56893</c:v>
                </c:pt>
                <c:pt idx="277">
                  <c:v>62188</c:v>
                </c:pt>
                <c:pt idx="278">
                  <c:v>62549</c:v>
                </c:pt>
                <c:pt idx="279">
                  <c:v>64484</c:v>
                </c:pt>
                <c:pt idx="280">
                  <c:v>64734</c:v>
                </c:pt>
                <c:pt idx="281">
                  <c:v>21777</c:v>
                </c:pt>
                <c:pt idx="282">
                  <c:v>22366</c:v>
                </c:pt>
                <c:pt idx="283">
                  <c:v>45411</c:v>
                </c:pt>
                <c:pt idx="284">
                  <c:v>46493</c:v>
                </c:pt>
                <c:pt idx="285">
                  <c:v>54900</c:v>
                </c:pt>
                <c:pt idx="286">
                  <c:v>55465</c:v>
                </c:pt>
                <c:pt idx="287">
                  <c:v>56815</c:v>
                </c:pt>
                <c:pt idx="288">
                  <c:v>57193</c:v>
                </c:pt>
                <c:pt idx="289">
                  <c:v>58950</c:v>
                </c:pt>
                <c:pt idx="290">
                  <c:v>59717</c:v>
                </c:pt>
                <c:pt idx="291">
                  <c:v>6099</c:v>
                </c:pt>
                <c:pt idx="292">
                  <c:v>6305</c:v>
                </c:pt>
                <c:pt idx="293">
                  <c:v>10794</c:v>
                </c:pt>
                <c:pt idx="294">
                  <c:v>11839</c:v>
                </c:pt>
                <c:pt idx="295">
                  <c:v>15062</c:v>
                </c:pt>
                <c:pt idx="296">
                  <c:v>15379</c:v>
                </c:pt>
                <c:pt idx="297">
                  <c:v>22410</c:v>
                </c:pt>
                <c:pt idx="298">
                  <c:v>23027</c:v>
                </c:pt>
                <c:pt idx="299">
                  <c:v>36667</c:v>
                </c:pt>
                <c:pt idx="300">
                  <c:v>39292</c:v>
                </c:pt>
                <c:pt idx="301">
                  <c:v>39589</c:v>
                </c:pt>
                <c:pt idx="302">
                  <c:v>40126</c:v>
                </c:pt>
                <c:pt idx="303">
                  <c:v>40867</c:v>
                </c:pt>
                <c:pt idx="304">
                  <c:v>42151</c:v>
                </c:pt>
                <c:pt idx="305">
                  <c:v>42806</c:v>
                </c:pt>
                <c:pt idx="306">
                  <c:v>55112</c:v>
                </c:pt>
                <c:pt idx="307">
                  <c:v>55573</c:v>
                </c:pt>
                <c:pt idx="308">
                  <c:v>9873</c:v>
                </c:pt>
                <c:pt idx="309">
                  <c:v>11531</c:v>
                </c:pt>
                <c:pt idx="310">
                  <c:v>24319</c:v>
                </c:pt>
                <c:pt idx="311">
                  <c:v>26339</c:v>
                </c:pt>
                <c:pt idx="312">
                  <c:v>28003</c:v>
                </c:pt>
                <c:pt idx="313">
                  <c:v>28471</c:v>
                </c:pt>
                <c:pt idx="314">
                  <c:v>28952</c:v>
                </c:pt>
                <c:pt idx="315">
                  <c:v>29347</c:v>
                </c:pt>
                <c:pt idx="316">
                  <c:v>36057</c:v>
                </c:pt>
                <c:pt idx="317">
                  <c:v>36793</c:v>
                </c:pt>
                <c:pt idx="318">
                  <c:v>38402</c:v>
                </c:pt>
                <c:pt idx="319">
                  <c:v>38816</c:v>
                </c:pt>
                <c:pt idx="320">
                  <c:v>40812</c:v>
                </c:pt>
                <c:pt idx="321">
                  <c:v>41287</c:v>
                </c:pt>
                <c:pt idx="322">
                  <c:v>45435</c:v>
                </c:pt>
                <c:pt idx="323">
                  <c:v>45814</c:v>
                </c:pt>
                <c:pt idx="324">
                  <c:v>47540</c:v>
                </c:pt>
                <c:pt idx="325">
                  <c:v>48316</c:v>
                </c:pt>
                <c:pt idx="326">
                  <c:v>52405</c:v>
                </c:pt>
                <c:pt idx="327">
                  <c:v>53544</c:v>
                </c:pt>
                <c:pt idx="328">
                  <c:v>53969</c:v>
                </c:pt>
                <c:pt idx="329">
                  <c:v>34796</c:v>
                </c:pt>
                <c:pt idx="330">
                  <c:v>40892</c:v>
                </c:pt>
                <c:pt idx="331">
                  <c:v>45321</c:v>
                </c:pt>
                <c:pt idx="332">
                  <c:v>46487</c:v>
                </c:pt>
                <c:pt idx="333">
                  <c:v>55973</c:v>
                </c:pt>
                <c:pt idx="334">
                  <c:v>56768</c:v>
                </c:pt>
                <c:pt idx="335">
                  <c:v>18405</c:v>
                </c:pt>
                <c:pt idx="336">
                  <c:v>19389</c:v>
                </c:pt>
                <c:pt idx="337">
                  <c:v>25500</c:v>
                </c:pt>
                <c:pt idx="338">
                  <c:v>26977</c:v>
                </c:pt>
                <c:pt idx="339">
                  <c:v>31549</c:v>
                </c:pt>
                <c:pt idx="340">
                  <c:v>31944</c:v>
                </c:pt>
                <c:pt idx="341">
                  <c:v>34757</c:v>
                </c:pt>
                <c:pt idx="342">
                  <c:v>34916</c:v>
                </c:pt>
                <c:pt idx="343">
                  <c:v>39858</c:v>
                </c:pt>
                <c:pt idx="344">
                  <c:v>40420</c:v>
                </c:pt>
                <c:pt idx="345">
                  <c:v>45999</c:v>
                </c:pt>
                <c:pt idx="346">
                  <c:v>47280</c:v>
                </c:pt>
                <c:pt idx="347">
                  <c:v>62380</c:v>
                </c:pt>
                <c:pt idx="348">
                  <c:v>63838</c:v>
                </c:pt>
                <c:pt idx="349">
                  <c:v>23651</c:v>
                </c:pt>
                <c:pt idx="350">
                  <c:v>25651</c:v>
                </c:pt>
                <c:pt idx="351">
                  <c:v>28423</c:v>
                </c:pt>
                <c:pt idx="352">
                  <c:v>28886</c:v>
                </c:pt>
                <c:pt idx="353">
                  <c:v>37101</c:v>
                </c:pt>
                <c:pt idx="354">
                  <c:v>37397</c:v>
                </c:pt>
                <c:pt idx="355">
                  <c:v>38503</c:v>
                </c:pt>
                <c:pt idx="356">
                  <c:v>38829</c:v>
                </c:pt>
                <c:pt idx="357">
                  <c:v>40233</c:v>
                </c:pt>
                <c:pt idx="358">
                  <c:v>48524</c:v>
                </c:pt>
                <c:pt idx="359">
                  <c:v>50026</c:v>
                </c:pt>
                <c:pt idx="360">
                  <c:v>62369</c:v>
                </c:pt>
                <c:pt idx="361">
                  <c:v>63485</c:v>
                </c:pt>
                <c:pt idx="362">
                  <c:v>2886</c:v>
                </c:pt>
                <c:pt idx="363">
                  <c:v>3399</c:v>
                </c:pt>
                <c:pt idx="364">
                  <c:v>5289</c:v>
                </c:pt>
                <c:pt idx="365">
                  <c:v>6186</c:v>
                </c:pt>
                <c:pt idx="366">
                  <c:v>8583</c:v>
                </c:pt>
                <c:pt idx="367">
                  <c:v>9198</c:v>
                </c:pt>
                <c:pt idx="368">
                  <c:v>11861</c:v>
                </c:pt>
                <c:pt idx="369">
                  <c:v>12227</c:v>
                </c:pt>
                <c:pt idx="370">
                  <c:v>13341</c:v>
                </c:pt>
                <c:pt idx="371">
                  <c:v>13524</c:v>
                </c:pt>
                <c:pt idx="372">
                  <c:v>14476</c:v>
                </c:pt>
                <c:pt idx="373">
                  <c:v>14809</c:v>
                </c:pt>
                <c:pt idx="374">
                  <c:v>19203</c:v>
                </c:pt>
                <c:pt idx="375">
                  <c:v>19468</c:v>
                </c:pt>
                <c:pt idx="376">
                  <c:v>21160</c:v>
                </c:pt>
                <c:pt idx="377">
                  <c:v>21400</c:v>
                </c:pt>
                <c:pt idx="378">
                  <c:v>21781</c:v>
                </c:pt>
                <c:pt idx="379">
                  <c:v>21981</c:v>
                </c:pt>
                <c:pt idx="380">
                  <c:v>25331</c:v>
                </c:pt>
                <c:pt idx="381">
                  <c:v>26012</c:v>
                </c:pt>
                <c:pt idx="382">
                  <c:v>26323</c:v>
                </c:pt>
                <c:pt idx="383">
                  <c:v>26514</c:v>
                </c:pt>
                <c:pt idx="384">
                  <c:v>26975</c:v>
                </c:pt>
                <c:pt idx="385">
                  <c:v>31690</c:v>
                </c:pt>
                <c:pt idx="386">
                  <c:v>37119</c:v>
                </c:pt>
                <c:pt idx="387">
                  <c:v>37676</c:v>
                </c:pt>
                <c:pt idx="388">
                  <c:v>27803</c:v>
                </c:pt>
                <c:pt idx="389">
                  <c:v>31791</c:v>
                </c:pt>
                <c:pt idx="390">
                  <c:v>36603</c:v>
                </c:pt>
                <c:pt idx="391">
                  <c:v>37324</c:v>
                </c:pt>
                <c:pt idx="392">
                  <c:v>41536</c:v>
                </c:pt>
                <c:pt idx="393">
                  <c:v>41736</c:v>
                </c:pt>
                <c:pt idx="394">
                  <c:v>49257</c:v>
                </c:pt>
                <c:pt idx="395">
                  <c:v>49981</c:v>
                </c:pt>
                <c:pt idx="396">
                  <c:v>15442</c:v>
                </c:pt>
                <c:pt idx="397">
                  <c:v>16858</c:v>
                </c:pt>
                <c:pt idx="398">
                  <c:v>17132</c:v>
                </c:pt>
                <c:pt idx="399">
                  <c:v>17314</c:v>
                </c:pt>
                <c:pt idx="400">
                  <c:v>24799</c:v>
                </c:pt>
                <c:pt idx="401">
                  <c:v>26297</c:v>
                </c:pt>
                <c:pt idx="402">
                  <c:v>39515</c:v>
                </c:pt>
                <c:pt idx="403">
                  <c:v>41118</c:v>
                </c:pt>
                <c:pt idx="404">
                  <c:v>41639</c:v>
                </c:pt>
                <c:pt idx="405">
                  <c:v>41937</c:v>
                </c:pt>
                <c:pt idx="406">
                  <c:v>46572</c:v>
                </c:pt>
                <c:pt idx="407">
                  <c:v>47064</c:v>
                </c:pt>
                <c:pt idx="408">
                  <c:v>48869</c:v>
                </c:pt>
                <c:pt idx="409">
                  <c:v>49304</c:v>
                </c:pt>
                <c:pt idx="410">
                  <c:v>49615</c:v>
                </c:pt>
                <c:pt idx="411">
                  <c:v>49857</c:v>
                </c:pt>
                <c:pt idx="412">
                  <c:v>54022</c:v>
                </c:pt>
                <c:pt idx="413">
                  <c:v>55136</c:v>
                </c:pt>
                <c:pt idx="414">
                  <c:v>56362</c:v>
                </c:pt>
                <c:pt idx="415">
                  <c:v>56795</c:v>
                </c:pt>
                <c:pt idx="416">
                  <c:v>12603</c:v>
                </c:pt>
                <c:pt idx="417">
                  <c:v>14922</c:v>
                </c:pt>
              </c:numCache>
            </c:numRef>
          </c:xVal>
          <c:yVal>
            <c:numRef>
              <c:f>Sheet1!$I$2:$I$419</c:f>
              <c:numCache>
                <c:formatCode>General</c:formatCode>
                <c:ptCount val="418"/>
                <c:pt idx="0">
                  <c:v>0.90240478515625</c:v>
                </c:pt>
                <c:pt idx="1">
                  <c:v>0.8970489501953125</c:v>
                </c:pt>
                <c:pt idx="2">
                  <c:v>0.8934173583984375</c:v>
                </c:pt>
                <c:pt idx="3">
                  <c:v>0.8894805908203125</c:v>
                </c:pt>
                <c:pt idx="4">
                  <c:v>0.8439788818359375</c:v>
                </c:pt>
                <c:pt idx="5">
                  <c:v>0.7352142333984375</c:v>
                </c:pt>
                <c:pt idx="6">
                  <c:v>0.7312164306640625</c:v>
                </c:pt>
                <c:pt idx="7">
                  <c:v>0.6900787353515625</c:v>
                </c:pt>
                <c:pt idx="8">
                  <c:v>0.6796722412109375</c:v>
                </c:pt>
                <c:pt idx="9">
                  <c:v>0.655029296875</c:v>
                </c:pt>
                <c:pt idx="10">
                  <c:v>0.6484222412109375</c:v>
                </c:pt>
                <c:pt idx="11">
                  <c:v>0.5909271240234375</c:v>
                </c:pt>
                <c:pt idx="12">
                  <c:v>0.587188720703125</c:v>
                </c:pt>
                <c:pt idx="13">
                  <c:v>0.4754638671875</c:v>
                </c:pt>
                <c:pt idx="14">
                  <c:v>0.4706573486328125</c:v>
                </c:pt>
                <c:pt idx="15">
                  <c:v>0.4486541748046875</c:v>
                </c:pt>
                <c:pt idx="16">
                  <c:v>0.4453277587890625</c:v>
                </c:pt>
                <c:pt idx="17">
                  <c:v>0.3597564697265625</c:v>
                </c:pt>
                <c:pt idx="18">
                  <c:v>0.3572845458984375</c:v>
                </c:pt>
                <c:pt idx="19">
                  <c:v>0.3374786376953125</c:v>
                </c:pt>
                <c:pt idx="20">
                  <c:v>0.3318634033203125</c:v>
                </c:pt>
                <c:pt idx="21">
                  <c:v>0.222625732421875</c:v>
                </c:pt>
                <c:pt idx="22">
                  <c:v>0.2038421630859375</c:v>
                </c:pt>
                <c:pt idx="23">
                  <c:v>0.133056640625</c:v>
                </c:pt>
                <c:pt idx="24">
                  <c:v>0.1241912841796875</c:v>
                </c:pt>
                <c:pt idx="25">
                  <c:v>0.1186981201171875</c:v>
                </c:pt>
                <c:pt idx="26">
                  <c:v>0.1105194091796875</c:v>
                </c:pt>
                <c:pt idx="27">
                  <c:v>9.38720703125E-2</c:v>
                </c:pt>
                <c:pt idx="28">
                  <c:v>8.79974365234375E-2</c:v>
                </c:pt>
                <c:pt idx="29">
                  <c:v>5.81512451171875E-2</c:v>
                </c:pt>
                <c:pt idx="30">
                  <c:v>5.18951416015625E-2</c:v>
                </c:pt>
                <c:pt idx="31">
                  <c:v>0.9429931640625</c:v>
                </c:pt>
                <c:pt idx="32">
                  <c:v>0.9319000244140625</c:v>
                </c:pt>
                <c:pt idx="33">
                  <c:v>0.89569091796875</c:v>
                </c:pt>
                <c:pt idx="34">
                  <c:v>0.885772705078125</c:v>
                </c:pt>
                <c:pt idx="35">
                  <c:v>0.866241455078125</c:v>
                </c:pt>
                <c:pt idx="36">
                  <c:v>0.8612213134765625</c:v>
                </c:pt>
                <c:pt idx="37">
                  <c:v>0.802276611328125</c:v>
                </c:pt>
                <c:pt idx="38">
                  <c:v>0.7956695556640625</c:v>
                </c:pt>
                <c:pt idx="39">
                  <c:v>0.7493133544921875</c:v>
                </c:pt>
                <c:pt idx="40">
                  <c:v>0.735198974609375</c:v>
                </c:pt>
                <c:pt idx="41">
                  <c:v>0.719696044921875</c:v>
                </c:pt>
                <c:pt idx="42">
                  <c:v>0.711669921875</c:v>
                </c:pt>
                <c:pt idx="43">
                  <c:v>0.6175384521484375</c:v>
                </c:pt>
                <c:pt idx="44">
                  <c:v>0.590087890625</c:v>
                </c:pt>
                <c:pt idx="45">
                  <c:v>0.569976806640625</c:v>
                </c:pt>
                <c:pt idx="46">
                  <c:v>0.567474365234375</c:v>
                </c:pt>
                <c:pt idx="47">
                  <c:v>0.5391082763671875</c:v>
                </c:pt>
                <c:pt idx="48">
                  <c:v>0.532470703125</c:v>
                </c:pt>
                <c:pt idx="49">
                  <c:v>0.5204315185546875</c:v>
                </c:pt>
                <c:pt idx="50">
                  <c:v>0.5150909423828125</c:v>
                </c:pt>
                <c:pt idx="51">
                  <c:v>0.480194091796875</c:v>
                </c:pt>
                <c:pt idx="52">
                  <c:v>0.470977783203125</c:v>
                </c:pt>
                <c:pt idx="53">
                  <c:v>0.3853607177734375</c:v>
                </c:pt>
                <c:pt idx="54">
                  <c:v>0.368316650390625</c:v>
                </c:pt>
                <c:pt idx="55">
                  <c:v>0.346832275390625</c:v>
                </c:pt>
                <c:pt idx="56">
                  <c:v>0.3396759033203125</c:v>
                </c:pt>
                <c:pt idx="57">
                  <c:v>0.3058013916015625</c:v>
                </c:pt>
                <c:pt idx="58">
                  <c:v>0.2997283935546875</c:v>
                </c:pt>
                <c:pt idx="59">
                  <c:v>0.1507720947265625</c:v>
                </c:pt>
                <c:pt idx="60">
                  <c:v>0.1180419921875</c:v>
                </c:pt>
                <c:pt idx="61">
                  <c:v>0.111480712890625</c:v>
                </c:pt>
                <c:pt idx="62">
                  <c:v>0.1047515869140625</c:v>
                </c:pt>
                <c:pt idx="63">
                  <c:v>8.5296630859375E-2</c:v>
                </c:pt>
                <c:pt idx="64">
                  <c:v>7.806396484375E-2</c:v>
                </c:pt>
                <c:pt idx="65">
                  <c:v>7.00531005859375E-2</c:v>
                </c:pt>
                <c:pt idx="66">
                  <c:v>6.57806396484375E-2</c:v>
                </c:pt>
                <c:pt idx="67">
                  <c:v>4.5989990234375E-2</c:v>
                </c:pt>
                <c:pt idx="68">
                  <c:v>4.0985107421875E-2</c:v>
                </c:pt>
                <c:pt idx="69">
                  <c:v>1.74560546875E-2</c:v>
                </c:pt>
                <c:pt idx="70">
                  <c:v>1.10321044921875E-2</c:v>
                </c:pt>
                <c:pt idx="71">
                  <c:v>0.98712158203125</c:v>
                </c:pt>
                <c:pt idx="72">
                  <c:v>0.9828338623046875</c:v>
                </c:pt>
                <c:pt idx="73">
                  <c:v>0.9604034423828125</c:v>
                </c:pt>
                <c:pt idx="74">
                  <c:v>0.9513702392578125</c:v>
                </c:pt>
                <c:pt idx="75">
                  <c:v>0.8616790771484375</c:v>
                </c:pt>
                <c:pt idx="76">
                  <c:v>0.856475830078125</c:v>
                </c:pt>
                <c:pt idx="77">
                  <c:v>0.84649658203125</c:v>
                </c:pt>
                <c:pt idx="78">
                  <c:v>0.8412933349609375</c:v>
                </c:pt>
                <c:pt idx="79">
                  <c:v>0.8146820068359375</c:v>
                </c:pt>
                <c:pt idx="80">
                  <c:v>0.8068084716796875</c:v>
                </c:pt>
                <c:pt idx="81">
                  <c:v>0.7032928466796875</c:v>
                </c:pt>
                <c:pt idx="82">
                  <c:v>0.691314697265625</c:v>
                </c:pt>
                <c:pt idx="83">
                  <c:v>0.68896484375</c:v>
                </c:pt>
                <c:pt idx="84">
                  <c:v>0.686859130859375</c:v>
                </c:pt>
                <c:pt idx="85">
                  <c:v>0.677490234375</c:v>
                </c:pt>
                <c:pt idx="86">
                  <c:v>0.6716766357421875</c:v>
                </c:pt>
                <c:pt idx="87">
                  <c:v>0.6082611083984375</c:v>
                </c:pt>
                <c:pt idx="88">
                  <c:v>0.59619140625</c:v>
                </c:pt>
                <c:pt idx="89">
                  <c:v>0.5269927978515625</c:v>
                </c:pt>
                <c:pt idx="90">
                  <c:v>0.5238037109375</c:v>
                </c:pt>
                <c:pt idx="91">
                  <c:v>0.472900390625</c:v>
                </c:pt>
                <c:pt idx="92">
                  <c:v>0.4694061279296875</c:v>
                </c:pt>
                <c:pt idx="93">
                  <c:v>0.45098876953125</c:v>
                </c:pt>
                <c:pt idx="94">
                  <c:v>0.4447174072265625</c:v>
                </c:pt>
                <c:pt idx="95">
                  <c:v>0.431549072265625</c:v>
                </c:pt>
                <c:pt idx="96">
                  <c:v>0.4273529052734375</c:v>
                </c:pt>
                <c:pt idx="97">
                  <c:v>0.390472412109375</c:v>
                </c:pt>
                <c:pt idx="98">
                  <c:v>0.38238525390625</c:v>
                </c:pt>
                <c:pt idx="99">
                  <c:v>0.35308837890625</c:v>
                </c:pt>
                <c:pt idx="100">
                  <c:v>0.3470306396484375</c:v>
                </c:pt>
                <c:pt idx="101">
                  <c:v>0.6345062255859375</c:v>
                </c:pt>
                <c:pt idx="102">
                  <c:v>0.6090545654296875</c:v>
                </c:pt>
                <c:pt idx="103">
                  <c:v>0.5770416259765625</c:v>
                </c:pt>
                <c:pt idx="104">
                  <c:v>0.5705718994140625</c:v>
                </c:pt>
                <c:pt idx="105">
                  <c:v>0.5242462158203125</c:v>
                </c:pt>
                <c:pt idx="106">
                  <c:v>0.51708984375</c:v>
                </c:pt>
                <c:pt idx="107">
                  <c:v>0.490447998046875</c:v>
                </c:pt>
                <c:pt idx="108">
                  <c:v>0.4832000732421875</c:v>
                </c:pt>
                <c:pt idx="109">
                  <c:v>0.468841552734375</c:v>
                </c:pt>
                <c:pt idx="110">
                  <c:v>0.4630126953125</c:v>
                </c:pt>
                <c:pt idx="111">
                  <c:v>0.3704986572265625</c:v>
                </c:pt>
                <c:pt idx="112">
                  <c:v>0.3631439208984375</c:v>
                </c:pt>
                <c:pt idx="113">
                  <c:v>0.3567047119140625</c:v>
                </c:pt>
                <c:pt idx="114">
                  <c:v>0.263458251953125</c:v>
                </c:pt>
                <c:pt idx="115">
                  <c:v>0.22808837890625</c:v>
                </c:pt>
                <c:pt idx="116">
                  <c:v>0.22564697265625</c:v>
                </c:pt>
                <c:pt idx="117">
                  <c:v>0.219970703125</c:v>
                </c:pt>
                <c:pt idx="118">
                  <c:v>0.2162017822265625</c:v>
                </c:pt>
                <c:pt idx="119">
                  <c:v>0.211517333984375</c:v>
                </c:pt>
                <c:pt idx="120">
                  <c:v>0.2064361572265625</c:v>
                </c:pt>
                <c:pt idx="121">
                  <c:v>0.7938995361328125</c:v>
                </c:pt>
                <c:pt idx="122">
                  <c:v>0.769561767578125</c:v>
                </c:pt>
                <c:pt idx="123">
                  <c:v>0.7582244873046875</c:v>
                </c:pt>
                <c:pt idx="124">
                  <c:v>0.7549896240234375</c:v>
                </c:pt>
                <c:pt idx="125">
                  <c:v>0.736480712890625</c:v>
                </c:pt>
                <c:pt idx="126">
                  <c:v>0.733978271484375</c:v>
                </c:pt>
                <c:pt idx="127">
                  <c:v>0.6318511962890625</c:v>
                </c:pt>
                <c:pt idx="128">
                  <c:v>0.6274566650390625</c:v>
                </c:pt>
                <c:pt idx="129">
                  <c:v>0.489532470703125</c:v>
                </c:pt>
                <c:pt idx="130">
                  <c:v>0.4732208251953125</c:v>
                </c:pt>
                <c:pt idx="131">
                  <c:v>0.4031982421875</c:v>
                </c:pt>
                <c:pt idx="132">
                  <c:v>0.3960723876953125</c:v>
                </c:pt>
                <c:pt idx="133">
                  <c:v>0.2070770263671875</c:v>
                </c:pt>
                <c:pt idx="134">
                  <c:v>0.202423095703125</c:v>
                </c:pt>
                <c:pt idx="135">
                  <c:v>0.725311279296875</c:v>
                </c:pt>
                <c:pt idx="136">
                  <c:v>0.7096405029296875</c:v>
                </c:pt>
                <c:pt idx="137">
                  <c:v>0.3367919921875</c:v>
                </c:pt>
                <c:pt idx="138">
                  <c:v>0.3260650634765625</c:v>
                </c:pt>
                <c:pt idx="139">
                  <c:v>0.2371063232421875</c:v>
                </c:pt>
                <c:pt idx="140">
                  <c:v>0.2266082763671875</c:v>
                </c:pt>
                <c:pt idx="141">
                  <c:v>0.1737518310546875</c:v>
                </c:pt>
                <c:pt idx="142">
                  <c:v>0.1647491455078125</c:v>
                </c:pt>
                <c:pt idx="143">
                  <c:v>0.1434173583984375</c:v>
                </c:pt>
                <c:pt idx="144">
                  <c:v>0.136932373046875</c:v>
                </c:pt>
                <c:pt idx="145">
                  <c:v>0.8427734375</c:v>
                </c:pt>
                <c:pt idx="146">
                  <c:v>0.8247528076171875</c:v>
                </c:pt>
                <c:pt idx="147">
                  <c:v>0.6573638916015625</c:v>
                </c:pt>
                <c:pt idx="148">
                  <c:v>0.63690185546875</c:v>
                </c:pt>
                <c:pt idx="149">
                  <c:v>0.49432373046875</c:v>
                </c:pt>
                <c:pt idx="150">
                  <c:v>0.4832000732421875</c:v>
                </c:pt>
                <c:pt idx="151">
                  <c:v>0.4310150146484375</c:v>
                </c:pt>
                <c:pt idx="152">
                  <c:v>0.4236602783203125</c:v>
                </c:pt>
                <c:pt idx="153">
                  <c:v>0.3558807373046875</c:v>
                </c:pt>
                <c:pt idx="154">
                  <c:v>0.3468780517578125</c:v>
                </c:pt>
                <c:pt idx="155">
                  <c:v>0.3243255615234375</c:v>
                </c:pt>
                <c:pt idx="156">
                  <c:v>0.3160247802734375</c:v>
                </c:pt>
                <c:pt idx="157">
                  <c:v>0.1722564697265625</c:v>
                </c:pt>
                <c:pt idx="158">
                  <c:v>0.16485595703125</c:v>
                </c:pt>
                <c:pt idx="159">
                  <c:v>0.1519317626953125</c:v>
                </c:pt>
                <c:pt idx="160">
                  <c:v>0.1480712890625</c:v>
                </c:pt>
                <c:pt idx="161">
                  <c:v>0.716796875</c:v>
                </c:pt>
                <c:pt idx="162">
                  <c:v>0.704345703125</c:v>
                </c:pt>
                <c:pt idx="163">
                  <c:v>0.5243682861328125</c:v>
                </c:pt>
                <c:pt idx="164">
                  <c:v>0.5188140869140625</c:v>
                </c:pt>
                <c:pt idx="165">
                  <c:v>0.44366455078125</c:v>
                </c:pt>
                <c:pt idx="166">
                  <c:v>0.433502197265625</c:v>
                </c:pt>
                <c:pt idx="167">
                  <c:v>0.417388916015625</c:v>
                </c:pt>
                <c:pt idx="168">
                  <c:v>0.41339111328125</c:v>
                </c:pt>
                <c:pt idx="169">
                  <c:v>0.26953125</c:v>
                </c:pt>
                <c:pt idx="170">
                  <c:v>0.2647705078125</c:v>
                </c:pt>
                <c:pt idx="171">
                  <c:v>7.37152099609375E-2</c:v>
                </c:pt>
                <c:pt idx="172">
                  <c:v>4.827880859375E-2</c:v>
                </c:pt>
                <c:pt idx="173">
                  <c:v>0.721649169921875</c:v>
                </c:pt>
                <c:pt idx="174">
                  <c:v>0.587493896484375</c:v>
                </c:pt>
                <c:pt idx="175">
                  <c:v>0.425933837890625</c:v>
                </c:pt>
                <c:pt idx="176">
                  <c:v>0.3825531005859375</c:v>
                </c:pt>
                <c:pt idx="177">
                  <c:v>0.33673095703125</c:v>
                </c:pt>
                <c:pt idx="178">
                  <c:v>0.319427490234375</c:v>
                </c:pt>
                <c:pt idx="179">
                  <c:v>0.2687835693359375</c:v>
                </c:pt>
                <c:pt idx="180">
                  <c:v>0.25537109375</c:v>
                </c:pt>
                <c:pt idx="181">
                  <c:v>0.2048492431640625</c:v>
                </c:pt>
                <c:pt idx="182">
                  <c:v>0.1954498291015625</c:v>
                </c:pt>
                <c:pt idx="183">
                  <c:v>0.7596282958984375</c:v>
                </c:pt>
                <c:pt idx="184">
                  <c:v>0.7346343994140625</c:v>
                </c:pt>
                <c:pt idx="185">
                  <c:v>0.7175445556640625</c:v>
                </c:pt>
                <c:pt idx="186">
                  <c:v>0.713043212890625</c:v>
                </c:pt>
                <c:pt idx="187">
                  <c:v>0.63751220703125</c:v>
                </c:pt>
                <c:pt idx="188">
                  <c:v>0.632843017578125</c:v>
                </c:pt>
                <c:pt idx="189">
                  <c:v>0.5796051025390625</c:v>
                </c:pt>
                <c:pt idx="190">
                  <c:v>0.5759124755859375</c:v>
                </c:pt>
                <c:pt idx="191">
                  <c:v>0.4588470458984375</c:v>
                </c:pt>
                <c:pt idx="192">
                  <c:v>0.4552154541015625</c:v>
                </c:pt>
                <c:pt idx="193">
                  <c:v>0.413299560546875</c:v>
                </c:pt>
                <c:pt idx="194">
                  <c:v>0.4088134765625</c:v>
                </c:pt>
                <c:pt idx="195">
                  <c:v>0.3343353271484375</c:v>
                </c:pt>
                <c:pt idx="196">
                  <c:v>0.329254150390625</c:v>
                </c:pt>
                <c:pt idx="197">
                  <c:v>0.3136444091796875</c:v>
                </c:pt>
                <c:pt idx="198">
                  <c:v>0.30560302734375</c:v>
                </c:pt>
                <c:pt idx="199">
                  <c:v>0.1781005859375</c:v>
                </c:pt>
                <c:pt idx="200">
                  <c:v>0.159698486328125</c:v>
                </c:pt>
                <c:pt idx="201">
                  <c:v>0.6751556396484375</c:v>
                </c:pt>
                <c:pt idx="202">
                  <c:v>0.629730224609375</c:v>
                </c:pt>
                <c:pt idx="203">
                  <c:v>0.2847900390625</c:v>
                </c:pt>
                <c:pt idx="204">
                  <c:v>0.27716064453125</c:v>
                </c:pt>
                <c:pt idx="205">
                  <c:v>0.2744598388671875</c:v>
                </c:pt>
                <c:pt idx="206">
                  <c:v>0.260498046875</c:v>
                </c:pt>
                <c:pt idx="207">
                  <c:v>0.2581634521484375</c:v>
                </c:pt>
                <c:pt idx="208">
                  <c:v>0.6327362060546875</c:v>
                </c:pt>
                <c:pt idx="209">
                  <c:v>0.6260833740234375</c:v>
                </c:pt>
                <c:pt idx="210">
                  <c:v>0.4195556640625</c:v>
                </c:pt>
                <c:pt idx="211">
                  <c:v>0.4101715087890625</c:v>
                </c:pt>
                <c:pt idx="212">
                  <c:v>0.29254150390625</c:v>
                </c:pt>
                <c:pt idx="213">
                  <c:v>0.289459228515625</c:v>
                </c:pt>
                <c:pt idx="214">
                  <c:v>9.6466064453125E-2</c:v>
                </c:pt>
                <c:pt idx="215">
                  <c:v>8.26416015625E-2</c:v>
                </c:pt>
                <c:pt idx="216">
                  <c:v>0.869720458984375</c:v>
                </c:pt>
                <c:pt idx="217">
                  <c:v>0.8643035888671875</c:v>
                </c:pt>
                <c:pt idx="218">
                  <c:v>0.786102294921875</c:v>
                </c:pt>
                <c:pt idx="219">
                  <c:v>0.770233154296875</c:v>
                </c:pt>
                <c:pt idx="220">
                  <c:v>0.6943511962890625</c:v>
                </c:pt>
                <c:pt idx="221">
                  <c:v>0.6875762939453125</c:v>
                </c:pt>
                <c:pt idx="222">
                  <c:v>0.6425628662109375</c:v>
                </c:pt>
                <c:pt idx="223">
                  <c:v>0.637237548828125</c:v>
                </c:pt>
                <c:pt idx="224">
                  <c:v>0.59161376953125</c:v>
                </c:pt>
                <c:pt idx="225">
                  <c:v>0.5872039794921875</c:v>
                </c:pt>
                <c:pt idx="226">
                  <c:v>0.476654052734375</c:v>
                </c:pt>
                <c:pt idx="227">
                  <c:v>0.4547119140625</c:v>
                </c:pt>
                <c:pt idx="228">
                  <c:v>0.3790130615234375</c:v>
                </c:pt>
                <c:pt idx="229">
                  <c:v>0.372161865234375</c:v>
                </c:pt>
                <c:pt idx="230">
                  <c:v>0.2237701416015625</c:v>
                </c:pt>
                <c:pt idx="231">
                  <c:v>0.2142181396484375</c:v>
                </c:pt>
                <c:pt idx="232">
                  <c:v>0.15185546875</c:v>
                </c:pt>
                <c:pt idx="233">
                  <c:v>0.1490936279296875</c:v>
                </c:pt>
                <c:pt idx="234">
                  <c:v>0.13104248046875</c:v>
                </c:pt>
                <c:pt idx="235">
                  <c:v>0.128875732421875</c:v>
                </c:pt>
                <c:pt idx="236">
                  <c:v>9.4390869140625E-2</c:v>
                </c:pt>
                <c:pt idx="237">
                  <c:v>9.075927734375E-2</c:v>
                </c:pt>
                <c:pt idx="238">
                  <c:v>8.2061767578125E-2</c:v>
                </c:pt>
                <c:pt idx="239">
                  <c:v>8.00933837890625E-2</c:v>
                </c:pt>
                <c:pt idx="240">
                  <c:v>6.30340576171875E-2</c:v>
                </c:pt>
                <c:pt idx="241">
                  <c:v>6.11572265625E-2</c:v>
                </c:pt>
                <c:pt idx="242">
                  <c:v>0.855743408203125</c:v>
                </c:pt>
                <c:pt idx="243">
                  <c:v>0.8461761474609375</c:v>
                </c:pt>
                <c:pt idx="244">
                  <c:v>0.629119873046875</c:v>
                </c:pt>
                <c:pt idx="245">
                  <c:v>0.619659423828125</c:v>
                </c:pt>
                <c:pt idx="246">
                  <c:v>0.5410003662109375</c:v>
                </c:pt>
                <c:pt idx="247">
                  <c:v>0.5357666015625</c:v>
                </c:pt>
                <c:pt idx="248">
                  <c:v>0.5109710693359375</c:v>
                </c:pt>
                <c:pt idx="249">
                  <c:v>0.50653076171875</c:v>
                </c:pt>
                <c:pt idx="250">
                  <c:v>0.4597625732421875</c:v>
                </c:pt>
                <c:pt idx="251">
                  <c:v>0.45587158203125</c:v>
                </c:pt>
                <c:pt idx="252">
                  <c:v>0.3951416015625</c:v>
                </c:pt>
                <c:pt idx="253">
                  <c:v>0.3929290771484375</c:v>
                </c:pt>
                <c:pt idx="254">
                  <c:v>0.3615875244140625</c:v>
                </c:pt>
                <c:pt idx="255">
                  <c:v>0.356719970703125</c:v>
                </c:pt>
                <c:pt idx="256">
                  <c:v>0.27935791015625</c:v>
                </c:pt>
                <c:pt idx="257">
                  <c:v>0.273193359375</c:v>
                </c:pt>
                <c:pt idx="258">
                  <c:v>0.7125244140625</c:v>
                </c:pt>
                <c:pt idx="259">
                  <c:v>0.6752777099609375</c:v>
                </c:pt>
                <c:pt idx="260">
                  <c:v>0.633087158203125</c:v>
                </c:pt>
                <c:pt idx="261">
                  <c:v>0.62481689453125</c:v>
                </c:pt>
                <c:pt idx="262">
                  <c:v>0.5567169189453125</c:v>
                </c:pt>
                <c:pt idx="263">
                  <c:v>0.5511627197265625</c:v>
                </c:pt>
                <c:pt idx="264">
                  <c:v>0.296112060546875</c:v>
                </c:pt>
                <c:pt idx="265">
                  <c:v>0.2752532958984375</c:v>
                </c:pt>
                <c:pt idx="266">
                  <c:v>0.7274322509765625</c:v>
                </c:pt>
                <c:pt idx="267">
                  <c:v>0.7186431884765625</c:v>
                </c:pt>
                <c:pt idx="268">
                  <c:v>4.68292236328125E-2</c:v>
                </c:pt>
                <c:pt idx="269">
                  <c:v>0.8234405517578125</c:v>
                </c:pt>
                <c:pt idx="270">
                  <c:v>0.8114471435546875</c:v>
                </c:pt>
                <c:pt idx="271">
                  <c:v>0.5675201416015625</c:v>
                </c:pt>
                <c:pt idx="272">
                  <c:v>0.54705810546875</c:v>
                </c:pt>
                <c:pt idx="273">
                  <c:v>0.3249359130859375</c:v>
                </c:pt>
                <c:pt idx="274">
                  <c:v>0.320037841796875</c:v>
                </c:pt>
                <c:pt idx="275">
                  <c:v>0.1350250244140625</c:v>
                </c:pt>
                <c:pt idx="276">
                  <c:v>0.1318817138671875</c:v>
                </c:pt>
                <c:pt idx="277">
                  <c:v>5.108642578125E-2</c:v>
                </c:pt>
                <c:pt idx="278">
                  <c:v>4.55780029296875E-2</c:v>
                </c:pt>
                <c:pt idx="279">
                  <c:v>1.605224609375E-2</c:v>
                </c:pt>
                <c:pt idx="280">
                  <c:v>1.2237548828125E-2</c:v>
                </c:pt>
                <c:pt idx="281">
                  <c:v>0.6677093505859375</c:v>
                </c:pt>
                <c:pt idx="282">
                  <c:v>0.658721923828125</c:v>
                </c:pt>
                <c:pt idx="283">
                  <c:v>0.3070831298828125</c:v>
                </c:pt>
                <c:pt idx="284">
                  <c:v>0.2905731201171875</c:v>
                </c:pt>
                <c:pt idx="285">
                  <c:v>0.16229248046875</c:v>
                </c:pt>
                <c:pt idx="286">
                  <c:v>0.1536712646484375</c:v>
                </c:pt>
                <c:pt idx="287">
                  <c:v>0.1330718994140625</c:v>
                </c:pt>
                <c:pt idx="288">
                  <c:v>0.1273040771484375</c:v>
                </c:pt>
                <c:pt idx="289">
                  <c:v>0.100494384765625</c:v>
                </c:pt>
                <c:pt idx="290">
                  <c:v>8.87908935546875E-2</c:v>
                </c:pt>
                <c:pt idx="291">
                  <c:v>0.9069366455078125</c:v>
                </c:pt>
                <c:pt idx="292">
                  <c:v>0.9037933349609375</c:v>
                </c:pt>
                <c:pt idx="293">
                  <c:v>0.835296630859375</c:v>
                </c:pt>
                <c:pt idx="294">
                  <c:v>0.8193511962890625</c:v>
                </c:pt>
                <c:pt idx="295">
                  <c:v>0.770172119140625</c:v>
                </c:pt>
                <c:pt idx="296">
                  <c:v>0.7653350830078125</c:v>
                </c:pt>
                <c:pt idx="297">
                  <c:v>0.658050537109375</c:v>
                </c:pt>
                <c:pt idx="298">
                  <c:v>0.6486358642578125</c:v>
                </c:pt>
                <c:pt idx="299">
                  <c:v>0.4405059814453125</c:v>
                </c:pt>
                <c:pt idx="300">
                  <c:v>0.40045166015625</c:v>
                </c:pt>
                <c:pt idx="301">
                  <c:v>0.3959197998046875</c:v>
                </c:pt>
                <c:pt idx="302">
                  <c:v>0.387725830078125</c:v>
                </c:pt>
                <c:pt idx="303">
                  <c:v>0.3764190673828125</c:v>
                </c:pt>
                <c:pt idx="304">
                  <c:v>0.3568267822265625</c:v>
                </c:pt>
                <c:pt idx="305">
                  <c:v>0.346832275390625</c:v>
                </c:pt>
                <c:pt idx="306">
                  <c:v>0.1590576171875</c:v>
                </c:pt>
                <c:pt idx="307">
                  <c:v>0.1520233154296875</c:v>
                </c:pt>
                <c:pt idx="308">
                  <c:v>0.8493499755859375</c:v>
                </c:pt>
                <c:pt idx="309">
                  <c:v>0.8240509033203125</c:v>
                </c:pt>
                <c:pt idx="310">
                  <c:v>0.6289215087890625</c:v>
                </c:pt>
                <c:pt idx="311">
                  <c:v>0.5980987548828125</c:v>
                </c:pt>
                <c:pt idx="312">
                  <c:v>0.5727081298828125</c:v>
                </c:pt>
                <c:pt idx="313">
                  <c:v>0.5655670166015625</c:v>
                </c:pt>
                <c:pt idx="314">
                  <c:v>0.5582275390625</c:v>
                </c:pt>
                <c:pt idx="315">
                  <c:v>0.5522003173828125</c:v>
                </c:pt>
                <c:pt idx="316">
                  <c:v>0.4498138427734375</c:v>
                </c:pt>
                <c:pt idx="317">
                  <c:v>0.4385833740234375</c:v>
                </c:pt>
                <c:pt idx="318">
                  <c:v>0.414031982421875</c:v>
                </c:pt>
                <c:pt idx="319">
                  <c:v>0.40771484375</c:v>
                </c:pt>
                <c:pt idx="320">
                  <c:v>0.37725830078125</c:v>
                </c:pt>
                <c:pt idx="321">
                  <c:v>0.3700103759765625</c:v>
                </c:pt>
                <c:pt idx="322">
                  <c:v>0.3067169189453125</c:v>
                </c:pt>
                <c:pt idx="323">
                  <c:v>0.300933837890625</c:v>
                </c:pt>
                <c:pt idx="324">
                  <c:v>0.27459716796875</c:v>
                </c:pt>
                <c:pt idx="325">
                  <c:v>0.26275634765625</c:v>
                </c:pt>
                <c:pt idx="326">
                  <c:v>0.2003631591796875</c:v>
                </c:pt>
                <c:pt idx="327">
                  <c:v>0.1829833984375</c:v>
                </c:pt>
                <c:pt idx="328">
                  <c:v>0.1764984130859375</c:v>
                </c:pt>
                <c:pt idx="329">
                  <c:v>0.46905517578125</c:v>
                </c:pt>
                <c:pt idx="330">
                  <c:v>0.37603759765625</c:v>
                </c:pt>
                <c:pt idx="331">
                  <c:v>0.3084564208984375</c:v>
                </c:pt>
                <c:pt idx="332">
                  <c:v>0.2906646728515625</c:v>
                </c:pt>
                <c:pt idx="333">
                  <c:v>0.1459197998046875</c:v>
                </c:pt>
                <c:pt idx="334">
                  <c:v>0.1337890625</c:v>
                </c:pt>
                <c:pt idx="335">
                  <c:v>0.7191619873046875</c:v>
                </c:pt>
                <c:pt idx="336">
                  <c:v>0.7041473388671875</c:v>
                </c:pt>
                <c:pt idx="337">
                  <c:v>0.61090087890625</c:v>
                </c:pt>
                <c:pt idx="338">
                  <c:v>0.5883636474609375</c:v>
                </c:pt>
                <c:pt idx="339">
                  <c:v>0.5186004638671875</c:v>
                </c:pt>
                <c:pt idx="340">
                  <c:v>0.5125732421875</c:v>
                </c:pt>
                <c:pt idx="341">
                  <c:v>0.4696502685546875</c:v>
                </c:pt>
                <c:pt idx="342">
                  <c:v>0.46722412109375</c:v>
                </c:pt>
                <c:pt idx="343">
                  <c:v>0.391815185546875</c:v>
                </c:pt>
                <c:pt idx="344">
                  <c:v>0.38323974609375</c:v>
                </c:pt>
                <c:pt idx="345">
                  <c:v>0.2981109619140625</c:v>
                </c:pt>
                <c:pt idx="346">
                  <c:v>0.278564453125</c:v>
                </c:pt>
                <c:pt idx="347">
                  <c:v>4.815673828125E-2</c:v>
                </c:pt>
                <c:pt idx="348">
                  <c:v>2.5909423828125E-2</c:v>
                </c:pt>
                <c:pt idx="349">
                  <c:v>0.6391143798828125</c:v>
                </c:pt>
                <c:pt idx="350">
                  <c:v>0.6085968017578125</c:v>
                </c:pt>
                <c:pt idx="351">
                  <c:v>0.5662994384765625</c:v>
                </c:pt>
                <c:pt idx="352">
                  <c:v>0.559234619140625</c:v>
                </c:pt>
                <c:pt idx="353">
                  <c:v>0.4338836669921875</c:v>
                </c:pt>
                <c:pt idx="354">
                  <c:v>0.4293670654296875</c:v>
                </c:pt>
                <c:pt idx="355">
                  <c:v>0.4124908447265625</c:v>
                </c:pt>
                <c:pt idx="356">
                  <c:v>0.4075164794921875</c:v>
                </c:pt>
                <c:pt idx="357">
                  <c:v>0.3860931396484375</c:v>
                </c:pt>
                <c:pt idx="358">
                  <c:v>0.25958251953125</c:v>
                </c:pt>
                <c:pt idx="359">
                  <c:v>0.236663818359375</c:v>
                </c:pt>
                <c:pt idx="360">
                  <c:v>4.83245849609375E-2</c:v>
                </c:pt>
                <c:pt idx="361">
                  <c:v>3.12957763671875E-2</c:v>
                </c:pt>
                <c:pt idx="362">
                  <c:v>0.955963134765625</c:v>
                </c:pt>
                <c:pt idx="363">
                  <c:v>0.9481353759765625</c:v>
                </c:pt>
                <c:pt idx="364">
                  <c:v>0.9192962646484375</c:v>
                </c:pt>
                <c:pt idx="365">
                  <c:v>0.905609130859375</c:v>
                </c:pt>
                <c:pt idx="366">
                  <c:v>0.8690338134765625</c:v>
                </c:pt>
                <c:pt idx="367">
                  <c:v>0.859649658203125</c:v>
                </c:pt>
                <c:pt idx="368">
                  <c:v>0.8190155029296875</c:v>
                </c:pt>
                <c:pt idx="369">
                  <c:v>0.8134307861328125</c:v>
                </c:pt>
                <c:pt idx="370">
                  <c:v>0.7964324951171875</c:v>
                </c:pt>
                <c:pt idx="371">
                  <c:v>0.79364013671875</c:v>
                </c:pt>
                <c:pt idx="372">
                  <c:v>0.77911376953125</c:v>
                </c:pt>
                <c:pt idx="373">
                  <c:v>0.7740325927734375</c:v>
                </c:pt>
                <c:pt idx="374">
                  <c:v>0.7069854736328125</c:v>
                </c:pt>
                <c:pt idx="375">
                  <c:v>0.70294189453125</c:v>
                </c:pt>
                <c:pt idx="376">
                  <c:v>0.6771240234375</c:v>
                </c:pt>
                <c:pt idx="377">
                  <c:v>0.6734619140625</c:v>
                </c:pt>
                <c:pt idx="378">
                  <c:v>0.6676483154296875</c:v>
                </c:pt>
                <c:pt idx="379">
                  <c:v>0.6645965576171875</c:v>
                </c:pt>
                <c:pt idx="380">
                  <c:v>0.6134796142578125</c:v>
                </c:pt>
                <c:pt idx="381">
                  <c:v>0.60308837890625</c:v>
                </c:pt>
                <c:pt idx="382">
                  <c:v>0.5983428955078125</c:v>
                </c:pt>
                <c:pt idx="383">
                  <c:v>0.595428466796875</c:v>
                </c:pt>
                <c:pt idx="384">
                  <c:v>0.5883941650390625</c:v>
                </c:pt>
                <c:pt idx="385">
                  <c:v>0.516448974609375</c:v>
                </c:pt>
                <c:pt idx="386">
                  <c:v>0.4336090087890625</c:v>
                </c:pt>
                <c:pt idx="387">
                  <c:v>0.42510986328125</c:v>
                </c:pt>
                <c:pt idx="388">
                  <c:v>0.5757598876953125</c:v>
                </c:pt>
                <c:pt idx="389">
                  <c:v>0.5149078369140625</c:v>
                </c:pt>
                <c:pt idx="390">
                  <c:v>0.4414825439453125</c:v>
                </c:pt>
                <c:pt idx="391">
                  <c:v>0.43048095703125</c:v>
                </c:pt>
                <c:pt idx="392">
                  <c:v>0.3662109375</c:v>
                </c:pt>
                <c:pt idx="393">
                  <c:v>0.3631591796875</c:v>
                </c:pt>
                <c:pt idx="394">
                  <c:v>0.2483978271484375</c:v>
                </c:pt>
                <c:pt idx="395">
                  <c:v>0.2373504638671875</c:v>
                </c:pt>
                <c:pt idx="396">
                  <c:v>0.764373779296875</c:v>
                </c:pt>
                <c:pt idx="397">
                  <c:v>0.742767333984375</c:v>
                </c:pt>
                <c:pt idx="398">
                  <c:v>0.73858642578125</c:v>
                </c:pt>
                <c:pt idx="399">
                  <c:v>0.735809326171875</c:v>
                </c:pt>
                <c:pt idx="400">
                  <c:v>0.6215972900390625</c:v>
                </c:pt>
                <c:pt idx="401">
                  <c:v>0.5987396240234375</c:v>
                </c:pt>
                <c:pt idx="402">
                  <c:v>0.3970489501953125</c:v>
                </c:pt>
                <c:pt idx="403">
                  <c:v>0.372589111328125</c:v>
                </c:pt>
                <c:pt idx="404">
                  <c:v>0.3646392822265625</c:v>
                </c:pt>
                <c:pt idx="405">
                  <c:v>0.3600921630859375</c:v>
                </c:pt>
                <c:pt idx="406">
                  <c:v>0.28936767578125</c:v>
                </c:pt>
                <c:pt idx="407">
                  <c:v>0.2818603515625</c:v>
                </c:pt>
                <c:pt idx="408">
                  <c:v>0.2543182373046875</c:v>
                </c:pt>
                <c:pt idx="409">
                  <c:v>0.2476806640625</c:v>
                </c:pt>
                <c:pt idx="410">
                  <c:v>0.2429351806640625</c:v>
                </c:pt>
                <c:pt idx="411">
                  <c:v>0.2392425537109375</c:v>
                </c:pt>
                <c:pt idx="412">
                  <c:v>0.175689697265625</c:v>
                </c:pt>
                <c:pt idx="413">
                  <c:v>0.15869140625</c:v>
                </c:pt>
                <c:pt idx="414">
                  <c:v>0.139984130859375</c:v>
                </c:pt>
                <c:pt idx="415">
                  <c:v>0.1333770751953125</c:v>
                </c:pt>
                <c:pt idx="416">
                  <c:v>0.8076934814453125</c:v>
                </c:pt>
                <c:pt idx="417">
                  <c:v>0.772308349609375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52C9-45B8-8E2D-6BEC068D32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08953056"/>
        <c:axId val="607686224"/>
      </c:scatterChart>
      <c:valAx>
        <c:axId val="100895305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dirty="0"/>
                  <a:t>Занятый в кэш,</a:t>
                </a:r>
                <a:r>
                  <a:rPr lang="ru-RU" baseline="0" dirty="0"/>
                  <a:t> </a:t>
                </a:r>
                <a:r>
                  <a:rPr lang="ru-RU" dirty="0"/>
                  <a:t>(ячейки)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07686224"/>
        <c:crosses val="autoZero"/>
        <c:crossBetween val="midCat"/>
      </c:valAx>
      <c:valAx>
        <c:axId val="6076862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элементов под маской(%)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0895305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Как заполненность </a:t>
            </a:r>
            <a:r>
              <a:rPr lang="en-US"/>
              <a:t>KV</a:t>
            </a:r>
            <a:r>
              <a:rPr lang="ru-RU"/>
              <a:t>кэша влияет энтропию</a:t>
            </a:r>
            <a:r>
              <a:rPr lang="ru-RU" baseline="0"/>
              <a:t> ответов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Sheet1!$N$1</c:f>
              <c:strCache>
                <c:ptCount val="1"/>
                <c:pt idx="0">
                  <c:v>logit_entropy_bits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trendline>
            <c:spPr>
              <a:ln w="19050" cap="rnd">
                <a:solidFill>
                  <a:schemeClr val="tx1"/>
                </a:solidFill>
                <a:prstDash val="solid"/>
              </a:ln>
              <a:effectLst/>
            </c:spPr>
            <c:trendlineType val="linear"/>
            <c:dispRSqr val="0"/>
            <c:dispEq val="0"/>
          </c:trendline>
          <c:xVal>
            <c:numRef>
              <c:f>Sheet1!$K$2:$K$419</c:f>
              <c:numCache>
                <c:formatCode>General</c:formatCode>
                <c:ptCount val="418"/>
                <c:pt idx="0">
                  <c:v>6396</c:v>
                </c:pt>
                <c:pt idx="1">
                  <c:v>6747</c:v>
                </c:pt>
                <c:pt idx="2">
                  <c:v>6985</c:v>
                </c:pt>
                <c:pt idx="3">
                  <c:v>7243</c:v>
                </c:pt>
                <c:pt idx="4">
                  <c:v>10225</c:v>
                </c:pt>
                <c:pt idx="5">
                  <c:v>17353</c:v>
                </c:pt>
                <c:pt idx="6">
                  <c:v>17615</c:v>
                </c:pt>
                <c:pt idx="7">
                  <c:v>20311</c:v>
                </c:pt>
                <c:pt idx="8">
                  <c:v>20993</c:v>
                </c:pt>
                <c:pt idx="9">
                  <c:v>22608</c:v>
                </c:pt>
                <c:pt idx="10">
                  <c:v>23041</c:v>
                </c:pt>
                <c:pt idx="11">
                  <c:v>26809</c:v>
                </c:pt>
                <c:pt idx="12">
                  <c:v>27054</c:v>
                </c:pt>
                <c:pt idx="13">
                  <c:v>34376</c:v>
                </c:pt>
                <c:pt idx="14">
                  <c:v>34691</c:v>
                </c:pt>
                <c:pt idx="15">
                  <c:v>36133</c:v>
                </c:pt>
                <c:pt idx="16">
                  <c:v>36351</c:v>
                </c:pt>
                <c:pt idx="17">
                  <c:v>41959</c:v>
                </c:pt>
                <c:pt idx="18">
                  <c:v>42121</c:v>
                </c:pt>
                <c:pt idx="19">
                  <c:v>43419</c:v>
                </c:pt>
                <c:pt idx="20">
                  <c:v>43787</c:v>
                </c:pt>
                <c:pt idx="21">
                  <c:v>50946</c:v>
                </c:pt>
                <c:pt idx="22">
                  <c:v>52177</c:v>
                </c:pt>
                <c:pt idx="23">
                  <c:v>56816</c:v>
                </c:pt>
                <c:pt idx="24">
                  <c:v>57397</c:v>
                </c:pt>
                <c:pt idx="25">
                  <c:v>57757</c:v>
                </c:pt>
                <c:pt idx="26">
                  <c:v>58293</c:v>
                </c:pt>
                <c:pt idx="27">
                  <c:v>59384</c:v>
                </c:pt>
                <c:pt idx="28">
                  <c:v>59769</c:v>
                </c:pt>
                <c:pt idx="29">
                  <c:v>61725</c:v>
                </c:pt>
                <c:pt idx="30">
                  <c:v>62135</c:v>
                </c:pt>
                <c:pt idx="31">
                  <c:v>3736</c:v>
                </c:pt>
                <c:pt idx="32">
                  <c:v>4463</c:v>
                </c:pt>
                <c:pt idx="33">
                  <c:v>6836</c:v>
                </c:pt>
                <c:pt idx="34">
                  <c:v>7486</c:v>
                </c:pt>
                <c:pt idx="35">
                  <c:v>8766</c:v>
                </c:pt>
                <c:pt idx="36">
                  <c:v>9095</c:v>
                </c:pt>
                <c:pt idx="37">
                  <c:v>12958</c:v>
                </c:pt>
                <c:pt idx="38">
                  <c:v>13391</c:v>
                </c:pt>
                <c:pt idx="39">
                  <c:v>16429</c:v>
                </c:pt>
                <c:pt idx="40">
                  <c:v>17354</c:v>
                </c:pt>
                <c:pt idx="41">
                  <c:v>18370</c:v>
                </c:pt>
                <c:pt idx="42">
                  <c:v>18896</c:v>
                </c:pt>
                <c:pt idx="43">
                  <c:v>25065</c:v>
                </c:pt>
                <c:pt idx="44">
                  <c:v>26864</c:v>
                </c:pt>
                <c:pt idx="45">
                  <c:v>28182</c:v>
                </c:pt>
                <c:pt idx="46">
                  <c:v>28346</c:v>
                </c:pt>
                <c:pt idx="47">
                  <c:v>30205</c:v>
                </c:pt>
                <c:pt idx="48">
                  <c:v>30640</c:v>
                </c:pt>
                <c:pt idx="49">
                  <c:v>31429</c:v>
                </c:pt>
                <c:pt idx="50">
                  <c:v>31779</c:v>
                </c:pt>
                <c:pt idx="51">
                  <c:v>34066</c:v>
                </c:pt>
                <c:pt idx="52">
                  <c:v>34670</c:v>
                </c:pt>
                <c:pt idx="53">
                  <c:v>40281</c:v>
                </c:pt>
                <c:pt idx="54">
                  <c:v>41398</c:v>
                </c:pt>
                <c:pt idx="55">
                  <c:v>42806</c:v>
                </c:pt>
                <c:pt idx="56">
                  <c:v>43275</c:v>
                </c:pt>
                <c:pt idx="57">
                  <c:v>45495</c:v>
                </c:pt>
                <c:pt idx="58">
                  <c:v>45893</c:v>
                </c:pt>
                <c:pt idx="59">
                  <c:v>55655</c:v>
                </c:pt>
                <c:pt idx="60">
                  <c:v>57800</c:v>
                </c:pt>
                <c:pt idx="61">
                  <c:v>58230</c:v>
                </c:pt>
                <c:pt idx="62">
                  <c:v>58671</c:v>
                </c:pt>
                <c:pt idx="63">
                  <c:v>59946</c:v>
                </c:pt>
                <c:pt idx="64">
                  <c:v>60420</c:v>
                </c:pt>
                <c:pt idx="65">
                  <c:v>60945</c:v>
                </c:pt>
                <c:pt idx="66">
                  <c:v>61225</c:v>
                </c:pt>
                <c:pt idx="67">
                  <c:v>62522</c:v>
                </c:pt>
                <c:pt idx="68">
                  <c:v>62850</c:v>
                </c:pt>
                <c:pt idx="69">
                  <c:v>64392</c:v>
                </c:pt>
                <c:pt idx="70">
                  <c:v>64813</c:v>
                </c:pt>
                <c:pt idx="71">
                  <c:v>844</c:v>
                </c:pt>
                <c:pt idx="72">
                  <c:v>1125</c:v>
                </c:pt>
                <c:pt idx="73">
                  <c:v>2595</c:v>
                </c:pt>
                <c:pt idx="74">
                  <c:v>3187</c:v>
                </c:pt>
                <c:pt idx="75">
                  <c:v>9065</c:v>
                </c:pt>
                <c:pt idx="76">
                  <c:v>9406</c:v>
                </c:pt>
                <c:pt idx="77">
                  <c:v>10060</c:v>
                </c:pt>
                <c:pt idx="78">
                  <c:v>10401</c:v>
                </c:pt>
                <c:pt idx="79">
                  <c:v>12145</c:v>
                </c:pt>
                <c:pt idx="80">
                  <c:v>12661</c:v>
                </c:pt>
                <c:pt idx="81">
                  <c:v>19445</c:v>
                </c:pt>
                <c:pt idx="82">
                  <c:v>20230</c:v>
                </c:pt>
                <c:pt idx="83">
                  <c:v>20384</c:v>
                </c:pt>
                <c:pt idx="84">
                  <c:v>20522</c:v>
                </c:pt>
                <c:pt idx="85">
                  <c:v>21136</c:v>
                </c:pt>
                <c:pt idx="86">
                  <c:v>21517</c:v>
                </c:pt>
                <c:pt idx="87">
                  <c:v>25673</c:v>
                </c:pt>
                <c:pt idx="88">
                  <c:v>26464</c:v>
                </c:pt>
                <c:pt idx="89">
                  <c:v>30999</c:v>
                </c:pt>
                <c:pt idx="90">
                  <c:v>31208</c:v>
                </c:pt>
                <c:pt idx="91">
                  <c:v>34544</c:v>
                </c:pt>
                <c:pt idx="92">
                  <c:v>34773</c:v>
                </c:pt>
                <c:pt idx="93">
                  <c:v>35980</c:v>
                </c:pt>
                <c:pt idx="94">
                  <c:v>36391</c:v>
                </c:pt>
                <c:pt idx="95">
                  <c:v>37254</c:v>
                </c:pt>
                <c:pt idx="96">
                  <c:v>37529</c:v>
                </c:pt>
                <c:pt idx="97">
                  <c:v>39946</c:v>
                </c:pt>
                <c:pt idx="98">
                  <c:v>40476</c:v>
                </c:pt>
                <c:pt idx="99">
                  <c:v>42396</c:v>
                </c:pt>
                <c:pt idx="100">
                  <c:v>42793</c:v>
                </c:pt>
                <c:pt idx="101">
                  <c:v>23953</c:v>
                </c:pt>
                <c:pt idx="102">
                  <c:v>25621</c:v>
                </c:pt>
                <c:pt idx="103">
                  <c:v>27719</c:v>
                </c:pt>
                <c:pt idx="104">
                  <c:v>28143</c:v>
                </c:pt>
                <c:pt idx="105">
                  <c:v>31179</c:v>
                </c:pt>
                <c:pt idx="106">
                  <c:v>31648</c:v>
                </c:pt>
                <c:pt idx="107">
                  <c:v>33394</c:v>
                </c:pt>
                <c:pt idx="108">
                  <c:v>33869</c:v>
                </c:pt>
                <c:pt idx="109">
                  <c:v>34810</c:v>
                </c:pt>
                <c:pt idx="110">
                  <c:v>35192</c:v>
                </c:pt>
                <c:pt idx="111">
                  <c:v>41255</c:v>
                </c:pt>
                <c:pt idx="112">
                  <c:v>41737</c:v>
                </c:pt>
                <c:pt idx="113">
                  <c:v>42159</c:v>
                </c:pt>
                <c:pt idx="114">
                  <c:v>48270</c:v>
                </c:pt>
                <c:pt idx="115">
                  <c:v>50588</c:v>
                </c:pt>
                <c:pt idx="116">
                  <c:v>50748</c:v>
                </c:pt>
                <c:pt idx="117">
                  <c:v>51120</c:v>
                </c:pt>
                <c:pt idx="118">
                  <c:v>51367</c:v>
                </c:pt>
                <c:pt idx="119">
                  <c:v>51674</c:v>
                </c:pt>
                <c:pt idx="120">
                  <c:v>52007</c:v>
                </c:pt>
                <c:pt idx="121">
                  <c:v>13507</c:v>
                </c:pt>
                <c:pt idx="122">
                  <c:v>15102</c:v>
                </c:pt>
                <c:pt idx="123">
                  <c:v>15845</c:v>
                </c:pt>
                <c:pt idx="124">
                  <c:v>16057</c:v>
                </c:pt>
                <c:pt idx="125">
                  <c:v>17270</c:v>
                </c:pt>
                <c:pt idx="126">
                  <c:v>17434</c:v>
                </c:pt>
                <c:pt idx="127">
                  <c:v>24127</c:v>
                </c:pt>
                <c:pt idx="128">
                  <c:v>24415</c:v>
                </c:pt>
                <c:pt idx="129">
                  <c:v>33454</c:v>
                </c:pt>
                <c:pt idx="130">
                  <c:v>34523</c:v>
                </c:pt>
                <c:pt idx="131">
                  <c:v>39112</c:v>
                </c:pt>
                <c:pt idx="132">
                  <c:v>39579</c:v>
                </c:pt>
                <c:pt idx="133">
                  <c:v>51965</c:v>
                </c:pt>
                <c:pt idx="134">
                  <c:v>52270</c:v>
                </c:pt>
                <c:pt idx="135">
                  <c:v>18002</c:v>
                </c:pt>
                <c:pt idx="136">
                  <c:v>19029</c:v>
                </c:pt>
                <c:pt idx="137">
                  <c:v>43464</c:v>
                </c:pt>
                <c:pt idx="138">
                  <c:v>44167</c:v>
                </c:pt>
                <c:pt idx="139">
                  <c:v>49997</c:v>
                </c:pt>
                <c:pt idx="140">
                  <c:v>50685</c:v>
                </c:pt>
                <c:pt idx="141">
                  <c:v>54149</c:v>
                </c:pt>
                <c:pt idx="142">
                  <c:v>54739</c:v>
                </c:pt>
                <c:pt idx="143">
                  <c:v>56137</c:v>
                </c:pt>
                <c:pt idx="144">
                  <c:v>56562</c:v>
                </c:pt>
                <c:pt idx="145">
                  <c:v>10304</c:v>
                </c:pt>
                <c:pt idx="146">
                  <c:v>11485</c:v>
                </c:pt>
                <c:pt idx="147">
                  <c:v>22455</c:v>
                </c:pt>
                <c:pt idx="148">
                  <c:v>23796</c:v>
                </c:pt>
                <c:pt idx="149">
                  <c:v>33140</c:v>
                </c:pt>
                <c:pt idx="150">
                  <c:v>33869</c:v>
                </c:pt>
                <c:pt idx="151">
                  <c:v>37289</c:v>
                </c:pt>
                <c:pt idx="152">
                  <c:v>37771</c:v>
                </c:pt>
                <c:pt idx="153">
                  <c:v>42213</c:v>
                </c:pt>
                <c:pt idx="154">
                  <c:v>42803</c:v>
                </c:pt>
                <c:pt idx="155">
                  <c:v>44281</c:v>
                </c:pt>
                <c:pt idx="156">
                  <c:v>44825</c:v>
                </c:pt>
                <c:pt idx="157">
                  <c:v>54247</c:v>
                </c:pt>
                <c:pt idx="158">
                  <c:v>54732</c:v>
                </c:pt>
                <c:pt idx="159">
                  <c:v>55579</c:v>
                </c:pt>
                <c:pt idx="160">
                  <c:v>55832</c:v>
                </c:pt>
                <c:pt idx="161">
                  <c:v>18560</c:v>
                </c:pt>
                <c:pt idx="162">
                  <c:v>19376</c:v>
                </c:pt>
                <c:pt idx="163">
                  <c:v>31171</c:v>
                </c:pt>
                <c:pt idx="164">
                  <c:v>31535</c:v>
                </c:pt>
                <c:pt idx="165">
                  <c:v>36460</c:v>
                </c:pt>
                <c:pt idx="166">
                  <c:v>37126</c:v>
                </c:pt>
                <c:pt idx="167">
                  <c:v>38182</c:v>
                </c:pt>
                <c:pt idx="168">
                  <c:v>38444</c:v>
                </c:pt>
                <c:pt idx="169">
                  <c:v>47872</c:v>
                </c:pt>
                <c:pt idx="170">
                  <c:v>48184</c:v>
                </c:pt>
                <c:pt idx="171">
                  <c:v>60705</c:v>
                </c:pt>
                <c:pt idx="172">
                  <c:v>62372</c:v>
                </c:pt>
                <c:pt idx="173">
                  <c:v>18242</c:v>
                </c:pt>
                <c:pt idx="174">
                  <c:v>27034</c:v>
                </c:pt>
                <c:pt idx="175">
                  <c:v>37622</c:v>
                </c:pt>
                <c:pt idx="176">
                  <c:v>40465</c:v>
                </c:pt>
                <c:pt idx="177">
                  <c:v>43468</c:v>
                </c:pt>
                <c:pt idx="178">
                  <c:v>44602</c:v>
                </c:pt>
                <c:pt idx="179">
                  <c:v>47921</c:v>
                </c:pt>
                <c:pt idx="180">
                  <c:v>48800</c:v>
                </c:pt>
                <c:pt idx="181">
                  <c:v>52111</c:v>
                </c:pt>
                <c:pt idx="182">
                  <c:v>52727</c:v>
                </c:pt>
                <c:pt idx="183">
                  <c:v>15753</c:v>
                </c:pt>
                <c:pt idx="184">
                  <c:v>17391</c:v>
                </c:pt>
                <c:pt idx="185">
                  <c:v>18511</c:v>
                </c:pt>
                <c:pt idx="186">
                  <c:v>18806</c:v>
                </c:pt>
                <c:pt idx="187">
                  <c:v>23756</c:v>
                </c:pt>
                <c:pt idx="188">
                  <c:v>24062</c:v>
                </c:pt>
                <c:pt idx="189">
                  <c:v>27551</c:v>
                </c:pt>
                <c:pt idx="190">
                  <c:v>27793</c:v>
                </c:pt>
                <c:pt idx="191">
                  <c:v>35465</c:v>
                </c:pt>
                <c:pt idx="192">
                  <c:v>35703</c:v>
                </c:pt>
                <c:pt idx="193">
                  <c:v>38450</c:v>
                </c:pt>
                <c:pt idx="194">
                  <c:v>38744</c:v>
                </c:pt>
                <c:pt idx="195">
                  <c:v>43625</c:v>
                </c:pt>
                <c:pt idx="196">
                  <c:v>43958</c:v>
                </c:pt>
                <c:pt idx="197">
                  <c:v>44981</c:v>
                </c:pt>
                <c:pt idx="198">
                  <c:v>45508</c:v>
                </c:pt>
                <c:pt idx="199">
                  <c:v>53864</c:v>
                </c:pt>
                <c:pt idx="200">
                  <c:v>55070</c:v>
                </c:pt>
                <c:pt idx="201">
                  <c:v>21289</c:v>
                </c:pt>
                <c:pt idx="202">
                  <c:v>24266</c:v>
                </c:pt>
                <c:pt idx="203">
                  <c:v>46872</c:v>
                </c:pt>
                <c:pt idx="204">
                  <c:v>47372</c:v>
                </c:pt>
                <c:pt idx="205">
                  <c:v>47549</c:v>
                </c:pt>
                <c:pt idx="206">
                  <c:v>48464</c:v>
                </c:pt>
                <c:pt idx="207">
                  <c:v>48617</c:v>
                </c:pt>
                <c:pt idx="208">
                  <c:v>24069</c:v>
                </c:pt>
                <c:pt idx="209">
                  <c:v>24505</c:v>
                </c:pt>
                <c:pt idx="210">
                  <c:v>38040</c:v>
                </c:pt>
                <c:pt idx="211">
                  <c:v>38655</c:v>
                </c:pt>
                <c:pt idx="212">
                  <c:v>46364</c:v>
                </c:pt>
                <c:pt idx="213">
                  <c:v>46566</c:v>
                </c:pt>
                <c:pt idx="214">
                  <c:v>59214</c:v>
                </c:pt>
                <c:pt idx="215">
                  <c:v>60120</c:v>
                </c:pt>
                <c:pt idx="216">
                  <c:v>8538</c:v>
                </c:pt>
                <c:pt idx="217">
                  <c:v>8893</c:v>
                </c:pt>
                <c:pt idx="218">
                  <c:v>14018</c:v>
                </c:pt>
                <c:pt idx="219">
                  <c:v>15058</c:v>
                </c:pt>
                <c:pt idx="220">
                  <c:v>20031</c:v>
                </c:pt>
                <c:pt idx="221">
                  <c:v>20475</c:v>
                </c:pt>
                <c:pt idx="222">
                  <c:v>23425</c:v>
                </c:pt>
                <c:pt idx="223">
                  <c:v>23774</c:v>
                </c:pt>
                <c:pt idx="224">
                  <c:v>26764</c:v>
                </c:pt>
                <c:pt idx="225">
                  <c:v>27053</c:v>
                </c:pt>
                <c:pt idx="226">
                  <c:v>34298</c:v>
                </c:pt>
                <c:pt idx="227">
                  <c:v>35736</c:v>
                </c:pt>
                <c:pt idx="228">
                  <c:v>40697</c:v>
                </c:pt>
                <c:pt idx="229">
                  <c:v>41146</c:v>
                </c:pt>
                <c:pt idx="230">
                  <c:v>50871</c:v>
                </c:pt>
                <c:pt idx="231">
                  <c:v>51497</c:v>
                </c:pt>
                <c:pt idx="232">
                  <c:v>55584</c:v>
                </c:pt>
                <c:pt idx="233">
                  <c:v>55765</c:v>
                </c:pt>
                <c:pt idx="234">
                  <c:v>56948</c:v>
                </c:pt>
                <c:pt idx="235">
                  <c:v>57090</c:v>
                </c:pt>
                <c:pt idx="236">
                  <c:v>59350</c:v>
                </c:pt>
                <c:pt idx="237">
                  <c:v>59588</c:v>
                </c:pt>
                <c:pt idx="238">
                  <c:v>60158</c:v>
                </c:pt>
                <c:pt idx="239">
                  <c:v>60287</c:v>
                </c:pt>
                <c:pt idx="240">
                  <c:v>61405</c:v>
                </c:pt>
                <c:pt idx="241">
                  <c:v>61528</c:v>
                </c:pt>
                <c:pt idx="242">
                  <c:v>9454</c:v>
                </c:pt>
                <c:pt idx="243">
                  <c:v>10081</c:v>
                </c:pt>
                <c:pt idx="244">
                  <c:v>24306</c:v>
                </c:pt>
                <c:pt idx="245">
                  <c:v>24926</c:v>
                </c:pt>
                <c:pt idx="246">
                  <c:v>30081</c:v>
                </c:pt>
                <c:pt idx="247">
                  <c:v>30424</c:v>
                </c:pt>
                <c:pt idx="248">
                  <c:v>32049</c:v>
                </c:pt>
                <c:pt idx="249">
                  <c:v>32340</c:v>
                </c:pt>
                <c:pt idx="250">
                  <c:v>35405</c:v>
                </c:pt>
                <c:pt idx="251">
                  <c:v>35660</c:v>
                </c:pt>
                <c:pt idx="252">
                  <c:v>39640</c:v>
                </c:pt>
                <c:pt idx="253">
                  <c:v>39785</c:v>
                </c:pt>
                <c:pt idx="254">
                  <c:v>41839</c:v>
                </c:pt>
                <c:pt idx="255">
                  <c:v>42158</c:v>
                </c:pt>
                <c:pt idx="256">
                  <c:v>47228</c:v>
                </c:pt>
                <c:pt idx="257">
                  <c:v>47632</c:v>
                </c:pt>
                <c:pt idx="258">
                  <c:v>18840</c:v>
                </c:pt>
                <c:pt idx="259">
                  <c:v>21281</c:v>
                </c:pt>
                <c:pt idx="260">
                  <c:v>24046</c:v>
                </c:pt>
                <c:pt idx="261">
                  <c:v>24588</c:v>
                </c:pt>
                <c:pt idx="262">
                  <c:v>29051</c:v>
                </c:pt>
                <c:pt idx="263">
                  <c:v>29415</c:v>
                </c:pt>
                <c:pt idx="264">
                  <c:v>46130</c:v>
                </c:pt>
                <c:pt idx="265">
                  <c:v>47497</c:v>
                </c:pt>
                <c:pt idx="266">
                  <c:v>17863</c:v>
                </c:pt>
                <c:pt idx="267">
                  <c:v>18439</c:v>
                </c:pt>
                <c:pt idx="268">
                  <c:v>62467</c:v>
                </c:pt>
                <c:pt idx="269">
                  <c:v>11571</c:v>
                </c:pt>
                <c:pt idx="270">
                  <c:v>12357</c:v>
                </c:pt>
                <c:pt idx="271">
                  <c:v>28343</c:v>
                </c:pt>
                <c:pt idx="272">
                  <c:v>29684</c:v>
                </c:pt>
                <c:pt idx="273">
                  <c:v>44241</c:v>
                </c:pt>
                <c:pt idx="274">
                  <c:v>44562</c:v>
                </c:pt>
                <c:pt idx="275">
                  <c:v>56687</c:v>
                </c:pt>
                <c:pt idx="276">
                  <c:v>56893</c:v>
                </c:pt>
                <c:pt idx="277">
                  <c:v>62188</c:v>
                </c:pt>
                <c:pt idx="278">
                  <c:v>62549</c:v>
                </c:pt>
                <c:pt idx="279">
                  <c:v>64484</c:v>
                </c:pt>
                <c:pt idx="280">
                  <c:v>64734</c:v>
                </c:pt>
                <c:pt idx="281">
                  <c:v>21777</c:v>
                </c:pt>
                <c:pt idx="282">
                  <c:v>22366</c:v>
                </c:pt>
                <c:pt idx="283">
                  <c:v>45411</c:v>
                </c:pt>
                <c:pt idx="284">
                  <c:v>46493</c:v>
                </c:pt>
                <c:pt idx="285">
                  <c:v>54900</c:v>
                </c:pt>
                <c:pt idx="286">
                  <c:v>55465</c:v>
                </c:pt>
                <c:pt idx="287">
                  <c:v>56815</c:v>
                </c:pt>
                <c:pt idx="288">
                  <c:v>57193</c:v>
                </c:pt>
                <c:pt idx="289">
                  <c:v>58950</c:v>
                </c:pt>
                <c:pt idx="290">
                  <c:v>59717</c:v>
                </c:pt>
                <c:pt idx="291">
                  <c:v>6099</c:v>
                </c:pt>
                <c:pt idx="292">
                  <c:v>6305</c:v>
                </c:pt>
                <c:pt idx="293">
                  <c:v>10794</c:v>
                </c:pt>
                <c:pt idx="294">
                  <c:v>11839</c:v>
                </c:pt>
                <c:pt idx="295">
                  <c:v>15062</c:v>
                </c:pt>
                <c:pt idx="296">
                  <c:v>15379</c:v>
                </c:pt>
                <c:pt idx="297">
                  <c:v>22410</c:v>
                </c:pt>
                <c:pt idx="298">
                  <c:v>23027</c:v>
                </c:pt>
                <c:pt idx="299">
                  <c:v>36667</c:v>
                </c:pt>
                <c:pt idx="300">
                  <c:v>39292</c:v>
                </c:pt>
                <c:pt idx="301">
                  <c:v>39589</c:v>
                </c:pt>
                <c:pt idx="302">
                  <c:v>40126</c:v>
                </c:pt>
                <c:pt idx="303">
                  <c:v>40867</c:v>
                </c:pt>
                <c:pt idx="304">
                  <c:v>42151</c:v>
                </c:pt>
                <c:pt idx="305">
                  <c:v>42806</c:v>
                </c:pt>
                <c:pt idx="306">
                  <c:v>55112</c:v>
                </c:pt>
                <c:pt idx="307">
                  <c:v>55573</c:v>
                </c:pt>
                <c:pt idx="308">
                  <c:v>9873</c:v>
                </c:pt>
                <c:pt idx="309">
                  <c:v>11531</c:v>
                </c:pt>
                <c:pt idx="310">
                  <c:v>24319</c:v>
                </c:pt>
                <c:pt idx="311">
                  <c:v>26339</c:v>
                </c:pt>
                <c:pt idx="312">
                  <c:v>28003</c:v>
                </c:pt>
                <c:pt idx="313">
                  <c:v>28471</c:v>
                </c:pt>
                <c:pt idx="314">
                  <c:v>28952</c:v>
                </c:pt>
                <c:pt idx="315">
                  <c:v>29347</c:v>
                </c:pt>
                <c:pt idx="316">
                  <c:v>36057</c:v>
                </c:pt>
                <c:pt idx="317">
                  <c:v>36793</c:v>
                </c:pt>
                <c:pt idx="318">
                  <c:v>38402</c:v>
                </c:pt>
                <c:pt idx="319">
                  <c:v>38816</c:v>
                </c:pt>
                <c:pt idx="320">
                  <c:v>40812</c:v>
                </c:pt>
                <c:pt idx="321">
                  <c:v>41287</c:v>
                </c:pt>
                <c:pt idx="322">
                  <c:v>45435</c:v>
                </c:pt>
                <c:pt idx="323">
                  <c:v>45814</c:v>
                </c:pt>
                <c:pt idx="324">
                  <c:v>47540</c:v>
                </c:pt>
                <c:pt idx="325">
                  <c:v>48316</c:v>
                </c:pt>
                <c:pt idx="326">
                  <c:v>52405</c:v>
                </c:pt>
                <c:pt idx="327">
                  <c:v>53544</c:v>
                </c:pt>
                <c:pt idx="328">
                  <c:v>53969</c:v>
                </c:pt>
                <c:pt idx="329">
                  <c:v>34796</c:v>
                </c:pt>
                <c:pt idx="330">
                  <c:v>40892</c:v>
                </c:pt>
                <c:pt idx="331">
                  <c:v>45321</c:v>
                </c:pt>
                <c:pt idx="332">
                  <c:v>46487</c:v>
                </c:pt>
                <c:pt idx="333">
                  <c:v>55973</c:v>
                </c:pt>
                <c:pt idx="334">
                  <c:v>56768</c:v>
                </c:pt>
                <c:pt idx="335">
                  <c:v>18405</c:v>
                </c:pt>
                <c:pt idx="336">
                  <c:v>19389</c:v>
                </c:pt>
                <c:pt idx="337">
                  <c:v>25500</c:v>
                </c:pt>
                <c:pt idx="338">
                  <c:v>26977</c:v>
                </c:pt>
                <c:pt idx="339">
                  <c:v>31549</c:v>
                </c:pt>
                <c:pt idx="340">
                  <c:v>31944</c:v>
                </c:pt>
                <c:pt idx="341">
                  <c:v>34757</c:v>
                </c:pt>
                <c:pt idx="342">
                  <c:v>34916</c:v>
                </c:pt>
                <c:pt idx="343">
                  <c:v>39858</c:v>
                </c:pt>
                <c:pt idx="344">
                  <c:v>40420</c:v>
                </c:pt>
                <c:pt idx="345">
                  <c:v>45999</c:v>
                </c:pt>
                <c:pt idx="346">
                  <c:v>47280</c:v>
                </c:pt>
                <c:pt idx="347">
                  <c:v>62380</c:v>
                </c:pt>
                <c:pt idx="348">
                  <c:v>63838</c:v>
                </c:pt>
                <c:pt idx="349">
                  <c:v>23651</c:v>
                </c:pt>
                <c:pt idx="350">
                  <c:v>25651</c:v>
                </c:pt>
                <c:pt idx="351">
                  <c:v>28423</c:v>
                </c:pt>
                <c:pt idx="352">
                  <c:v>28886</c:v>
                </c:pt>
                <c:pt idx="353">
                  <c:v>37101</c:v>
                </c:pt>
                <c:pt idx="354">
                  <c:v>37397</c:v>
                </c:pt>
                <c:pt idx="355">
                  <c:v>38503</c:v>
                </c:pt>
                <c:pt idx="356">
                  <c:v>38829</c:v>
                </c:pt>
                <c:pt idx="357">
                  <c:v>40233</c:v>
                </c:pt>
                <c:pt idx="358">
                  <c:v>48524</c:v>
                </c:pt>
                <c:pt idx="359">
                  <c:v>50026</c:v>
                </c:pt>
                <c:pt idx="360">
                  <c:v>62369</c:v>
                </c:pt>
                <c:pt idx="361">
                  <c:v>63485</c:v>
                </c:pt>
                <c:pt idx="362">
                  <c:v>2886</c:v>
                </c:pt>
                <c:pt idx="363">
                  <c:v>3399</c:v>
                </c:pt>
                <c:pt idx="364">
                  <c:v>5289</c:v>
                </c:pt>
                <c:pt idx="365">
                  <c:v>6186</c:v>
                </c:pt>
                <c:pt idx="366">
                  <c:v>8583</c:v>
                </c:pt>
                <c:pt idx="367">
                  <c:v>9198</c:v>
                </c:pt>
                <c:pt idx="368">
                  <c:v>11861</c:v>
                </c:pt>
                <c:pt idx="369">
                  <c:v>12227</c:v>
                </c:pt>
                <c:pt idx="370">
                  <c:v>13341</c:v>
                </c:pt>
                <c:pt idx="371">
                  <c:v>13524</c:v>
                </c:pt>
                <c:pt idx="372">
                  <c:v>14476</c:v>
                </c:pt>
                <c:pt idx="373">
                  <c:v>14809</c:v>
                </c:pt>
                <c:pt idx="374">
                  <c:v>19203</c:v>
                </c:pt>
                <c:pt idx="375">
                  <c:v>19468</c:v>
                </c:pt>
                <c:pt idx="376">
                  <c:v>21160</c:v>
                </c:pt>
                <c:pt idx="377">
                  <c:v>21400</c:v>
                </c:pt>
                <c:pt idx="378">
                  <c:v>21781</c:v>
                </c:pt>
                <c:pt idx="379">
                  <c:v>21981</c:v>
                </c:pt>
                <c:pt idx="380">
                  <c:v>25331</c:v>
                </c:pt>
                <c:pt idx="381">
                  <c:v>26012</c:v>
                </c:pt>
                <c:pt idx="382">
                  <c:v>26323</c:v>
                </c:pt>
                <c:pt idx="383">
                  <c:v>26514</c:v>
                </c:pt>
                <c:pt idx="384">
                  <c:v>26975</c:v>
                </c:pt>
                <c:pt idx="385">
                  <c:v>31690</c:v>
                </c:pt>
                <c:pt idx="386">
                  <c:v>37119</c:v>
                </c:pt>
                <c:pt idx="387">
                  <c:v>37676</c:v>
                </c:pt>
                <c:pt idx="388">
                  <c:v>27803</c:v>
                </c:pt>
                <c:pt idx="389">
                  <c:v>31791</c:v>
                </c:pt>
                <c:pt idx="390">
                  <c:v>36603</c:v>
                </c:pt>
                <c:pt idx="391">
                  <c:v>37324</c:v>
                </c:pt>
                <c:pt idx="392">
                  <c:v>41536</c:v>
                </c:pt>
                <c:pt idx="393">
                  <c:v>41736</c:v>
                </c:pt>
                <c:pt idx="394">
                  <c:v>49257</c:v>
                </c:pt>
                <c:pt idx="395">
                  <c:v>49981</c:v>
                </c:pt>
                <c:pt idx="396">
                  <c:v>15442</c:v>
                </c:pt>
                <c:pt idx="397">
                  <c:v>16858</c:v>
                </c:pt>
                <c:pt idx="398">
                  <c:v>17132</c:v>
                </c:pt>
                <c:pt idx="399">
                  <c:v>17314</c:v>
                </c:pt>
                <c:pt idx="400">
                  <c:v>24799</c:v>
                </c:pt>
                <c:pt idx="401">
                  <c:v>26297</c:v>
                </c:pt>
                <c:pt idx="402">
                  <c:v>39515</c:v>
                </c:pt>
                <c:pt idx="403">
                  <c:v>41118</c:v>
                </c:pt>
                <c:pt idx="404">
                  <c:v>41639</c:v>
                </c:pt>
                <c:pt idx="405">
                  <c:v>41937</c:v>
                </c:pt>
                <c:pt idx="406">
                  <c:v>46572</c:v>
                </c:pt>
                <c:pt idx="407">
                  <c:v>47064</c:v>
                </c:pt>
                <c:pt idx="408">
                  <c:v>48869</c:v>
                </c:pt>
                <c:pt idx="409">
                  <c:v>49304</c:v>
                </c:pt>
                <c:pt idx="410">
                  <c:v>49615</c:v>
                </c:pt>
                <c:pt idx="411">
                  <c:v>49857</c:v>
                </c:pt>
                <c:pt idx="412">
                  <c:v>54022</c:v>
                </c:pt>
                <c:pt idx="413">
                  <c:v>55136</c:v>
                </c:pt>
                <c:pt idx="414">
                  <c:v>56362</c:v>
                </c:pt>
                <c:pt idx="415">
                  <c:v>56795</c:v>
                </c:pt>
                <c:pt idx="416">
                  <c:v>12603</c:v>
                </c:pt>
                <c:pt idx="417">
                  <c:v>14922</c:v>
                </c:pt>
              </c:numCache>
            </c:numRef>
          </c:xVal>
          <c:yVal>
            <c:numRef>
              <c:f>Sheet1!$N$2:$N$419</c:f>
              <c:numCache>
                <c:formatCode>General</c:formatCode>
                <c:ptCount val="418"/>
                <c:pt idx="0">
                  <c:v>5.0000000000000004E-6</c:v>
                </c:pt>
                <c:pt idx="1">
                  <c:v>1.2205000000000001E-2</c:v>
                </c:pt>
                <c:pt idx="2">
                  <c:v>0.105117</c:v>
                </c:pt>
                <c:pt idx="3">
                  <c:v>4.9678E-2</c:v>
                </c:pt>
                <c:pt idx="4">
                  <c:v>6.6449999999999995E-2</c:v>
                </c:pt>
                <c:pt idx="5">
                  <c:v>1.7673000000000001E-2</c:v>
                </c:pt>
                <c:pt idx="6">
                  <c:v>0.21646199999999999</c:v>
                </c:pt>
                <c:pt idx="7">
                  <c:v>0.130407</c:v>
                </c:pt>
                <c:pt idx="8">
                  <c:v>0.15052199999999999</c:v>
                </c:pt>
                <c:pt idx="9">
                  <c:v>0.15143599999999999</c:v>
                </c:pt>
                <c:pt idx="10">
                  <c:v>0.232183</c:v>
                </c:pt>
                <c:pt idx="11">
                  <c:v>7.8848000000000001E-2</c:v>
                </c:pt>
                <c:pt idx="12">
                  <c:v>6.0138999999999998E-2</c:v>
                </c:pt>
                <c:pt idx="13">
                  <c:v>3.0859999999999999E-2</c:v>
                </c:pt>
                <c:pt idx="14">
                  <c:v>1.1905000000000001E-2</c:v>
                </c:pt>
                <c:pt idx="15">
                  <c:v>2.5000000000000001E-5</c:v>
                </c:pt>
                <c:pt idx="16">
                  <c:v>9.9420999999999995E-2</c:v>
                </c:pt>
                <c:pt idx="17">
                  <c:v>0.23864099999999999</c:v>
                </c:pt>
                <c:pt idx="18">
                  <c:v>9.1850000000000001E-2</c:v>
                </c:pt>
                <c:pt idx="19">
                  <c:v>3.9316999999999998E-2</c:v>
                </c:pt>
                <c:pt idx="20">
                  <c:v>8.5304000000000005E-2</c:v>
                </c:pt>
                <c:pt idx="21">
                  <c:v>0.22552900000000001</c:v>
                </c:pt>
                <c:pt idx="22">
                  <c:v>0.339897</c:v>
                </c:pt>
                <c:pt idx="23">
                  <c:v>0.30205300000000002</c:v>
                </c:pt>
                <c:pt idx="24">
                  <c:v>0.17336799999999999</c:v>
                </c:pt>
                <c:pt idx="25">
                  <c:v>7.6396000000000006E-2</c:v>
                </c:pt>
                <c:pt idx="26">
                  <c:v>0.16996700000000001</c:v>
                </c:pt>
                <c:pt idx="27">
                  <c:v>0.234595</c:v>
                </c:pt>
                <c:pt idx="28">
                  <c:v>0.18510499999999999</c:v>
                </c:pt>
                <c:pt idx="29">
                  <c:v>3.9399999999999998E-4</c:v>
                </c:pt>
                <c:pt idx="30">
                  <c:v>0.231766</c:v>
                </c:pt>
                <c:pt idx="31">
                  <c:v>2.1419999999999998E-3</c:v>
                </c:pt>
                <c:pt idx="32">
                  <c:v>6.9059999999999998E-3</c:v>
                </c:pt>
                <c:pt idx="33">
                  <c:v>1.9100000000000001E-4</c:v>
                </c:pt>
                <c:pt idx="34">
                  <c:v>8.9599999999999999E-4</c:v>
                </c:pt>
                <c:pt idx="35">
                  <c:v>1.0189E-2</c:v>
                </c:pt>
                <c:pt idx="36">
                  <c:v>7.7182000000000001E-2</c:v>
                </c:pt>
                <c:pt idx="37">
                  <c:v>7.6827000000000006E-2</c:v>
                </c:pt>
                <c:pt idx="38">
                  <c:v>1.9016000000000002E-2</c:v>
                </c:pt>
                <c:pt idx="39">
                  <c:v>1.4211E-2</c:v>
                </c:pt>
                <c:pt idx="40">
                  <c:v>3.5693000000000003E-2</c:v>
                </c:pt>
                <c:pt idx="41">
                  <c:v>2.4507000000000001E-2</c:v>
                </c:pt>
                <c:pt idx="42">
                  <c:v>7.3492000000000002E-2</c:v>
                </c:pt>
                <c:pt idx="43">
                  <c:v>7.2387999999999994E-2</c:v>
                </c:pt>
                <c:pt idx="44">
                  <c:v>4.7329000000000003E-2</c:v>
                </c:pt>
                <c:pt idx="45">
                  <c:v>3.9557000000000002E-2</c:v>
                </c:pt>
                <c:pt idx="46">
                  <c:v>6.8726999999999996E-2</c:v>
                </c:pt>
                <c:pt idx="47">
                  <c:v>0.20064299999999999</c:v>
                </c:pt>
                <c:pt idx="48">
                  <c:v>0.11915100000000001</c:v>
                </c:pt>
                <c:pt idx="49">
                  <c:v>0.103648</c:v>
                </c:pt>
                <c:pt idx="50">
                  <c:v>0.28325400000000001</c:v>
                </c:pt>
                <c:pt idx="51">
                  <c:v>3.9539999999999999E-2</c:v>
                </c:pt>
                <c:pt idx="52">
                  <c:v>9.0057999999999999E-2</c:v>
                </c:pt>
                <c:pt idx="53">
                  <c:v>0.25470500000000001</c:v>
                </c:pt>
                <c:pt idx="54">
                  <c:v>6.4346E-2</c:v>
                </c:pt>
                <c:pt idx="55">
                  <c:v>3.5236000000000003E-2</c:v>
                </c:pt>
                <c:pt idx="56">
                  <c:v>5.0494999999999998E-2</c:v>
                </c:pt>
                <c:pt idx="57">
                  <c:v>1.8896E-2</c:v>
                </c:pt>
                <c:pt idx="58">
                  <c:v>6.7611000000000004E-2</c:v>
                </c:pt>
                <c:pt idx="59">
                  <c:v>0.104265</c:v>
                </c:pt>
                <c:pt idx="60">
                  <c:v>7.3220999999999994E-2</c:v>
                </c:pt>
                <c:pt idx="61">
                  <c:v>5.8394000000000001E-2</c:v>
                </c:pt>
                <c:pt idx="62">
                  <c:v>0.13186200000000001</c:v>
                </c:pt>
                <c:pt idx="63">
                  <c:v>9.7688999999999998E-2</c:v>
                </c:pt>
                <c:pt idx="64">
                  <c:v>0.18981799999999999</c:v>
                </c:pt>
                <c:pt idx="65">
                  <c:v>0.15215500000000001</c:v>
                </c:pt>
                <c:pt idx="66">
                  <c:v>0.10437399999999999</c:v>
                </c:pt>
                <c:pt idx="67">
                  <c:v>0.202324</c:v>
                </c:pt>
                <c:pt idx="68">
                  <c:v>0.341138</c:v>
                </c:pt>
                <c:pt idx="69">
                  <c:v>0.43747799999999998</c:v>
                </c:pt>
                <c:pt idx="70">
                  <c:v>0.59616899999999995</c:v>
                </c:pt>
                <c:pt idx="71">
                  <c:v>4.5000000000000003E-5</c:v>
                </c:pt>
                <c:pt idx="72">
                  <c:v>9.7999999999999997E-5</c:v>
                </c:pt>
                <c:pt idx="73">
                  <c:v>9.3030000000000005E-3</c:v>
                </c:pt>
                <c:pt idx="74">
                  <c:v>0.152554</c:v>
                </c:pt>
                <c:pt idx="75">
                  <c:v>3.2889999999999998E-3</c:v>
                </c:pt>
                <c:pt idx="76">
                  <c:v>1.5768999999999998E-2</c:v>
                </c:pt>
                <c:pt idx="77">
                  <c:v>1.6459000000000001E-2</c:v>
                </c:pt>
                <c:pt idx="78">
                  <c:v>4.0918000000000003E-2</c:v>
                </c:pt>
                <c:pt idx="79">
                  <c:v>1.8970000000000001E-2</c:v>
                </c:pt>
                <c:pt idx="80">
                  <c:v>7.1516999999999997E-2</c:v>
                </c:pt>
                <c:pt idx="81">
                  <c:v>1.2026E-2</c:v>
                </c:pt>
                <c:pt idx="82">
                  <c:v>9.0368000000000004E-2</c:v>
                </c:pt>
                <c:pt idx="83">
                  <c:v>7.6705999999999996E-2</c:v>
                </c:pt>
                <c:pt idx="84">
                  <c:v>0.15842800000000001</c:v>
                </c:pt>
                <c:pt idx="85">
                  <c:v>3.0823E-2</c:v>
                </c:pt>
                <c:pt idx="86">
                  <c:v>1.3429999999999999E-2</c:v>
                </c:pt>
                <c:pt idx="87">
                  <c:v>4.9001999999999997E-2</c:v>
                </c:pt>
                <c:pt idx="88">
                  <c:v>1.6275000000000001E-2</c:v>
                </c:pt>
                <c:pt idx="89">
                  <c:v>7.0399000000000003E-2</c:v>
                </c:pt>
                <c:pt idx="90">
                  <c:v>0.236125</c:v>
                </c:pt>
                <c:pt idx="91">
                  <c:v>0.100596</c:v>
                </c:pt>
                <c:pt idx="92">
                  <c:v>0.122277</c:v>
                </c:pt>
                <c:pt idx="93">
                  <c:v>0.209679</c:v>
                </c:pt>
                <c:pt idx="94">
                  <c:v>0.108544</c:v>
                </c:pt>
                <c:pt idx="95">
                  <c:v>2.8986000000000001E-2</c:v>
                </c:pt>
                <c:pt idx="96">
                  <c:v>6.5698000000000006E-2</c:v>
                </c:pt>
                <c:pt idx="97">
                  <c:v>0.16328899999999999</c:v>
                </c:pt>
                <c:pt idx="98">
                  <c:v>7.4799000000000004E-2</c:v>
                </c:pt>
                <c:pt idx="99">
                  <c:v>0.36549399999999999</c:v>
                </c:pt>
                <c:pt idx="100">
                  <c:v>0.18048500000000001</c:v>
                </c:pt>
                <c:pt idx="101">
                  <c:v>7.9999999999999996E-6</c:v>
                </c:pt>
                <c:pt idx="102">
                  <c:v>5.1999999999999997E-5</c:v>
                </c:pt>
                <c:pt idx="103">
                  <c:v>3.6600000000000001E-4</c:v>
                </c:pt>
                <c:pt idx="104">
                  <c:v>2.7370999999999999E-2</c:v>
                </c:pt>
                <c:pt idx="105">
                  <c:v>3.153E-3</c:v>
                </c:pt>
                <c:pt idx="106">
                  <c:v>1.9035E-2</c:v>
                </c:pt>
                <c:pt idx="107">
                  <c:v>5.6662999999999998E-2</c:v>
                </c:pt>
                <c:pt idx="108">
                  <c:v>6.3090999999999994E-2</c:v>
                </c:pt>
                <c:pt idx="109">
                  <c:v>2.3483E-2</c:v>
                </c:pt>
                <c:pt idx="110">
                  <c:v>3.2702000000000002E-2</c:v>
                </c:pt>
                <c:pt idx="111">
                  <c:v>7.0666999999999994E-2</c:v>
                </c:pt>
                <c:pt idx="112">
                  <c:v>9.9297999999999997E-2</c:v>
                </c:pt>
                <c:pt idx="113">
                  <c:v>1.9999999999999999E-6</c:v>
                </c:pt>
                <c:pt idx="114">
                  <c:v>2.3E-5</c:v>
                </c:pt>
                <c:pt idx="115">
                  <c:v>1.168E-3</c:v>
                </c:pt>
                <c:pt idx="116">
                  <c:v>3.7497000000000003E-2</c:v>
                </c:pt>
                <c:pt idx="117">
                  <c:v>2.0110000000000002E-3</c:v>
                </c:pt>
                <c:pt idx="118">
                  <c:v>0.29084500000000002</c:v>
                </c:pt>
                <c:pt idx="119">
                  <c:v>0.13811899999999999</c:v>
                </c:pt>
                <c:pt idx="120">
                  <c:v>0.65751099999999996</c:v>
                </c:pt>
                <c:pt idx="121">
                  <c:v>1.3999999999999999E-4</c:v>
                </c:pt>
                <c:pt idx="122">
                  <c:v>1.5999999999999999E-5</c:v>
                </c:pt>
                <c:pt idx="123">
                  <c:v>8.0000000000000007E-5</c:v>
                </c:pt>
                <c:pt idx="124">
                  <c:v>5.9379999999999997E-3</c:v>
                </c:pt>
                <c:pt idx="125">
                  <c:v>8.3600000000000005E-4</c:v>
                </c:pt>
                <c:pt idx="126">
                  <c:v>3.9801000000000003E-2</c:v>
                </c:pt>
                <c:pt idx="127">
                  <c:v>8.0780000000000001E-3</c:v>
                </c:pt>
                <c:pt idx="128">
                  <c:v>7.8890000000000002E-3</c:v>
                </c:pt>
                <c:pt idx="129">
                  <c:v>2.7360000000000002E-3</c:v>
                </c:pt>
                <c:pt idx="130">
                  <c:v>1.078E-3</c:v>
                </c:pt>
                <c:pt idx="131">
                  <c:v>3.8677000000000003E-2</c:v>
                </c:pt>
                <c:pt idx="132">
                  <c:v>2.6883000000000001E-2</c:v>
                </c:pt>
                <c:pt idx="133">
                  <c:v>3.1482000000000003E-2</c:v>
                </c:pt>
                <c:pt idx="134">
                  <c:v>1.3322000000000001E-2</c:v>
                </c:pt>
                <c:pt idx="135">
                  <c:v>3.9999999999999998E-6</c:v>
                </c:pt>
                <c:pt idx="136">
                  <c:v>1.4469999999999999E-3</c:v>
                </c:pt>
                <c:pt idx="137">
                  <c:v>1.531E-3</c:v>
                </c:pt>
                <c:pt idx="138">
                  <c:v>1.7100000000000001E-4</c:v>
                </c:pt>
                <c:pt idx="139">
                  <c:v>2.4009999999999999E-3</c:v>
                </c:pt>
                <c:pt idx="140">
                  <c:v>3.1201E-2</c:v>
                </c:pt>
                <c:pt idx="141">
                  <c:v>1.1698E-2</c:v>
                </c:pt>
                <c:pt idx="142">
                  <c:v>2.0493000000000001E-2</c:v>
                </c:pt>
                <c:pt idx="143">
                  <c:v>1.9896E-2</c:v>
                </c:pt>
                <c:pt idx="144">
                  <c:v>4.7663999999999998E-2</c:v>
                </c:pt>
                <c:pt idx="145">
                  <c:v>1.0000000000000001E-5</c:v>
                </c:pt>
                <c:pt idx="146">
                  <c:v>8.2022999999999999E-2</c:v>
                </c:pt>
                <c:pt idx="147">
                  <c:v>5.1440000000000001E-3</c:v>
                </c:pt>
                <c:pt idx="148">
                  <c:v>5.3379999999999999E-3</c:v>
                </c:pt>
                <c:pt idx="149">
                  <c:v>1.2947999999999999E-2</c:v>
                </c:pt>
                <c:pt idx="150">
                  <c:v>2.1810000000000002E-3</c:v>
                </c:pt>
                <c:pt idx="151">
                  <c:v>9.2189999999999998E-3</c:v>
                </c:pt>
                <c:pt idx="152">
                  <c:v>3.2130000000000001E-3</c:v>
                </c:pt>
                <c:pt idx="153">
                  <c:v>0.17251</c:v>
                </c:pt>
                <c:pt idx="154">
                  <c:v>3.0457999999999999E-2</c:v>
                </c:pt>
                <c:pt idx="155">
                  <c:v>1.4961E-2</c:v>
                </c:pt>
                <c:pt idx="156">
                  <c:v>1.7378000000000001E-2</c:v>
                </c:pt>
                <c:pt idx="157">
                  <c:v>4.8478E-2</c:v>
                </c:pt>
                <c:pt idx="158">
                  <c:v>3.7364000000000001E-2</c:v>
                </c:pt>
                <c:pt idx="159">
                  <c:v>5.1122000000000001E-2</c:v>
                </c:pt>
                <c:pt idx="160">
                  <c:v>0.40013599999999999</c:v>
                </c:pt>
                <c:pt idx="161">
                  <c:v>5.5999999999999999E-5</c:v>
                </c:pt>
                <c:pt idx="162">
                  <c:v>2.7999999999999998E-4</c:v>
                </c:pt>
                <c:pt idx="163">
                  <c:v>2.5981000000000001E-2</c:v>
                </c:pt>
                <c:pt idx="164">
                  <c:v>3.0258E-2</c:v>
                </c:pt>
                <c:pt idx="165">
                  <c:v>9.2E-5</c:v>
                </c:pt>
                <c:pt idx="166">
                  <c:v>1.4139999999999999E-3</c:v>
                </c:pt>
                <c:pt idx="167">
                  <c:v>4.1330000000000004E-3</c:v>
                </c:pt>
                <c:pt idx="168">
                  <c:v>1.1866E-2</c:v>
                </c:pt>
                <c:pt idx="169">
                  <c:v>4.6909999999999999E-3</c:v>
                </c:pt>
                <c:pt idx="170">
                  <c:v>0.13206599999999999</c:v>
                </c:pt>
                <c:pt idx="171">
                  <c:v>9.7179999999999992E-3</c:v>
                </c:pt>
                <c:pt idx="172">
                  <c:v>8.3414000000000002E-2</c:v>
                </c:pt>
                <c:pt idx="173">
                  <c:v>6.0000000000000002E-6</c:v>
                </c:pt>
                <c:pt idx="174">
                  <c:v>3.4999999999999997E-5</c:v>
                </c:pt>
                <c:pt idx="175">
                  <c:v>1.3300000000000001E-4</c:v>
                </c:pt>
                <c:pt idx="176">
                  <c:v>1.7260000000000001E-3</c:v>
                </c:pt>
                <c:pt idx="177">
                  <c:v>2.977E-3</c:v>
                </c:pt>
                <c:pt idx="178">
                  <c:v>4.4929999999999996E-3</c:v>
                </c:pt>
                <c:pt idx="179">
                  <c:v>6.2699999999999995E-4</c:v>
                </c:pt>
                <c:pt idx="180">
                  <c:v>2.0070000000000001E-2</c:v>
                </c:pt>
                <c:pt idx="181">
                  <c:v>1.4683999999999999E-2</c:v>
                </c:pt>
                <c:pt idx="182">
                  <c:v>0.144626</c:v>
                </c:pt>
                <c:pt idx="183">
                  <c:v>1.9999999999999999E-6</c:v>
                </c:pt>
                <c:pt idx="184">
                  <c:v>9.1000000000000003E-5</c:v>
                </c:pt>
                <c:pt idx="185">
                  <c:v>4.84E-4</c:v>
                </c:pt>
                <c:pt idx="186">
                  <c:v>5.1009999999999996E-3</c:v>
                </c:pt>
                <c:pt idx="187">
                  <c:v>6.7400000000000001E-4</c:v>
                </c:pt>
                <c:pt idx="188">
                  <c:v>2.2490000000000001E-3</c:v>
                </c:pt>
                <c:pt idx="189">
                  <c:v>6.1060000000000003E-3</c:v>
                </c:pt>
                <c:pt idx="190">
                  <c:v>9.6809000000000006E-2</c:v>
                </c:pt>
                <c:pt idx="191">
                  <c:v>4.3889999999999997E-3</c:v>
                </c:pt>
                <c:pt idx="192">
                  <c:v>1.8745999999999999E-2</c:v>
                </c:pt>
                <c:pt idx="193">
                  <c:v>7.7039999999999999E-3</c:v>
                </c:pt>
                <c:pt idx="194">
                  <c:v>5.5833000000000001E-2</c:v>
                </c:pt>
                <c:pt idx="195">
                  <c:v>1.1172E-2</c:v>
                </c:pt>
                <c:pt idx="196">
                  <c:v>1.1233999999999999E-2</c:v>
                </c:pt>
                <c:pt idx="197">
                  <c:v>7.36E-4</c:v>
                </c:pt>
                <c:pt idx="198">
                  <c:v>6.11E-3</c:v>
                </c:pt>
                <c:pt idx="199">
                  <c:v>1.9481999999999999E-2</c:v>
                </c:pt>
                <c:pt idx="200">
                  <c:v>8.1969999999999994E-3</c:v>
                </c:pt>
                <c:pt idx="201">
                  <c:v>5.5999999999999999E-5</c:v>
                </c:pt>
                <c:pt idx="202">
                  <c:v>6.2000000000000003E-5</c:v>
                </c:pt>
                <c:pt idx="203">
                  <c:v>5.3000000000000001E-5</c:v>
                </c:pt>
                <c:pt idx="204">
                  <c:v>3.7800000000000003E-4</c:v>
                </c:pt>
                <c:pt idx="205">
                  <c:v>1.9189000000000001E-2</c:v>
                </c:pt>
                <c:pt idx="206">
                  <c:v>8.7299999999999997E-4</c:v>
                </c:pt>
                <c:pt idx="207">
                  <c:v>3.264E-3</c:v>
                </c:pt>
                <c:pt idx="208">
                  <c:v>9.6400000000000001E-4</c:v>
                </c:pt>
                <c:pt idx="209">
                  <c:v>6.9999999999999999E-6</c:v>
                </c:pt>
                <c:pt idx="210">
                  <c:v>9.2E-5</c:v>
                </c:pt>
                <c:pt idx="211">
                  <c:v>8.1899999999999996E-4</c:v>
                </c:pt>
                <c:pt idx="212">
                  <c:v>1.4660000000000001E-3</c:v>
                </c:pt>
                <c:pt idx="213">
                  <c:v>2.4329999999999998E-3</c:v>
                </c:pt>
                <c:pt idx="214">
                  <c:v>2.8800000000000001E-4</c:v>
                </c:pt>
                <c:pt idx="215">
                  <c:v>1.6225E-2</c:v>
                </c:pt>
                <c:pt idx="216">
                  <c:v>1.2999999999999999E-3</c:v>
                </c:pt>
                <c:pt idx="217">
                  <c:v>3.9342000000000002E-2</c:v>
                </c:pt>
                <c:pt idx="218">
                  <c:v>2.6977000000000001E-2</c:v>
                </c:pt>
                <c:pt idx="219">
                  <c:v>2.4230999999999999E-2</c:v>
                </c:pt>
                <c:pt idx="220">
                  <c:v>4.5729999999999998E-3</c:v>
                </c:pt>
                <c:pt idx="221">
                  <c:v>7.012E-3</c:v>
                </c:pt>
                <c:pt idx="222">
                  <c:v>5.5357999999999997E-2</c:v>
                </c:pt>
                <c:pt idx="223">
                  <c:v>5.3247000000000003E-2</c:v>
                </c:pt>
                <c:pt idx="224">
                  <c:v>1.521E-2</c:v>
                </c:pt>
                <c:pt idx="225">
                  <c:v>2.2284000000000002E-2</c:v>
                </c:pt>
                <c:pt idx="226">
                  <c:v>1.3417999999999999E-2</c:v>
                </c:pt>
                <c:pt idx="227">
                  <c:v>1.7557E-2</c:v>
                </c:pt>
                <c:pt idx="228">
                  <c:v>8.7244000000000002E-2</c:v>
                </c:pt>
                <c:pt idx="229">
                  <c:v>4.1528000000000002E-2</c:v>
                </c:pt>
                <c:pt idx="230">
                  <c:v>0.22025800000000001</c:v>
                </c:pt>
                <c:pt idx="231">
                  <c:v>6.3629000000000005E-2</c:v>
                </c:pt>
                <c:pt idx="232">
                  <c:v>0.204678</c:v>
                </c:pt>
                <c:pt idx="233">
                  <c:v>0.26371</c:v>
                </c:pt>
                <c:pt idx="234">
                  <c:v>0.26781700000000003</c:v>
                </c:pt>
                <c:pt idx="235">
                  <c:v>8.0135999999999999E-2</c:v>
                </c:pt>
                <c:pt idx="236">
                  <c:v>8.7110999999999994E-2</c:v>
                </c:pt>
                <c:pt idx="237">
                  <c:v>0.11964900000000001</c:v>
                </c:pt>
                <c:pt idx="238">
                  <c:v>2.9314E-2</c:v>
                </c:pt>
                <c:pt idx="239">
                  <c:v>4.0375000000000001E-2</c:v>
                </c:pt>
                <c:pt idx="240">
                  <c:v>0.13536200000000001</c:v>
                </c:pt>
                <c:pt idx="241">
                  <c:v>0.116787</c:v>
                </c:pt>
                <c:pt idx="242">
                  <c:v>6.0000000000000002E-6</c:v>
                </c:pt>
                <c:pt idx="243">
                  <c:v>1.5657000000000001E-2</c:v>
                </c:pt>
                <c:pt idx="244">
                  <c:v>7.0299999999999996E-4</c:v>
                </c:pt>
                <c:pt idx="245">
                  <c:v>5.6150000000000002E-3</c:v>
                </c:pt>
                <c:pt idx="246">
                  <c:v>3.8000000000000002E-5</c:v>
                </c:pt>
                <c:pt idx="247">
                  <c:v>1.5009999999999999E-3</c:v>
                </c:pt>
                <c:pt idx="248">
                  <c:v>1.4406E-2</c:v>
                </c:pt>
                <c:pt idx="249">
                  <c:v>0.121619</c:v>
                </c:pt>
                <c:pt idx="250">
                  <c:v>1.6169999999999999E-3</c:v>
                </c:pt>
                <c:pt idx="251">
                  <c:v>4.0523000000000003E-2</c:v>
                </c:pt>
                <c:pt idx="252">
                  <c:v>1.1410000000000001E-3</c:v>
                </c:pt>
                <c:pt idx="253">
                  <c:v>1.3527000000000001E-2</c:v>
                </c:pt>
                <c:pt idx="254">
                  <c:v>1.93E-4</c:v>
                </c:pt>
                <c:pt idx="255">
                  <c:v>0.19214800000000001</c:v>
                </c:pt>
                <c:pt idx="256">
                  <c:v>1.4966E-2</c:v>
                </c:pt>
                <c:pt idx="257">
                  <c:v>2.0906000000000001E-2</c:v>
                </c:pt>
                <c:pt idx="258">
                  <c:v>6.0000000000000002E-6</c:v>
                </c:pt>
                <c:pt idx="259">
                  <c:v>7.1000000000000005E-5</c:v>
                </c:pt>
                <c:pt idx="260">
                  <c:v>6.3299999999999999E-4</c:v>
                </c:pt>
                <c:pt idx="261">
                  <c:v>1.2830000000000001E-3</c:v>
                </c:pt>
                <c:pt idx="262">
                  <c:v>1.536E-2</c:v>
                </c:pt>
                <c:pt idx="263">
                  <c:v>4.2932999999999999E-2</c:v>
                </c:pt>
                <c:pt idx="264">
                  <c:v>3.14E-3</c:v>
                </c:pt>
                <c:pt idx="265">
                  <c:v>2.5270999999999998E-2</c:v>
                </c:pt>
                <c:pt idx="266">
                  <c:v>1.9000000000000001E-5</c:v>
                </c:pt>
                <c:pt idx="267">
                  <c:v>2.3555E-2</c:v>
                </c:pt>
                <c:pt idx="268">
                  <c:v>8.0020000000000004E-3</c:v>
                </c:pt>
                <c:pt idx="269">
                  <c:v>3.9999999999999998E-6</c:v>
                </c:pt>
                <c:pt idx="270">
                  <c:v>6.38E-4</c:v>
                </c:pt>
                <c:pt idx="271">
                  <c:v>1.047E-3</c:v>
                </c:pt>
                <c:pt idx="272">
                  <c:v>2.398E-3</c:v>
                </c:pt>
                <c:pt idx="273">
                  <c:v>1.9750000000000002E-3</c:v>
                </c:pt>
                <c:pt idx="274">
                  <c:v>5.254E-3</c:v>
                </c:pt>
                <c:pt idx="275">
                  <c:v>2.666E-3</c:v>
                </c:pt>
                <c:pt idx="276">
                  <c:v>1.4102E-2</c:v>
                </c:pt>
                <c:pt idx="277">
                  <c:v>0.22384899999999999</c:v>
                </c:pt>
                <c:pt idx="278">
                  <c:v>0.10452699999999999</c:v>
                </c:pt>
                <c:pt idx="279">
                  <c:v>5.7571999999999998E-2</c:v>
                </c:pt>
                <c:pt idx="280">
                  <c:v>8.6981000000000003E-2</c:v>
                </c:pt>
                <c:pt idx="281">
                  <c:v>2.7399999999999999E-4</c:v>
                </c:pt>
                <c:pt idx="282">
                  <c:v>1.1008E-2</c:v>
                </c:pt>
                <c:pt idx="283">
                  <c:v>2.7399999999999999E-4</c:v>
                </c:pt>
                <c:pt idx="284">
                  <c:v>2.2860999999999999E-2</c:v>
                </c:pt>
                <c:pt idx="285">
                  <c:v>2.1998E-2</c:v>
                </c:pt>
                <c:pt idx="286">
                  <c:v>3.1345999999999999E-2</c:v>
                </c:pt>
                <c:pt idx="287">
                  <c:v>1.1233E-2</c:v>
                </c:pt>
                <c:pt idx="288">
                  <c:v>6.9731000000000001E-2</c:v>
                </c:pt>
                <c:pt idx="289">
                  <c:v>3.2675000000000003E-2</c:v>
                </c:pt>
                <c:pt idx="290">
                  <c:v>5.8E-5</c:v>
                </c:pt>
                <c:pt idx="291">
                  <c:v>8.9890000000000005E-3</c:v>
                </c:pt>
                <c:pt idx="292">
                  <c:v>1.5636000000000001E-2</c:v>
                </c:pt>
                <c:pt idx="293">
                  <c:v>9.2E-5</c:v>
                </c:pt>
                <c:pt idx="294">
                  <c:v>1.05E-4</c:v>
                </c:pt>
                <c:pt idx="295">
                  <c:v>2.2529999999999998E-3</c:v>
                </c:pt>
                <c:pt idx="296">
                  <c:v>4.9459999999999999E-3</c:v>
                </c:pt>
                <c:pt idx="297">
                  <c:v>2.8500000000000001E-3</c:v>
                </c:pt>
                <c:pt idx="298">
                  <c:v>7.0219999999999996E-3</c:v>
                </c:pt>
                <c:pt idx="299">
                  <c:v>4.86E-4</c:v>
                </c:pt>
                <c:pt idx="300">
                  <c:v>5.1729999999999996E-3</c:v>
                </c:pt>
                <c:pt idx="301">
                  <c:v>1.207E-3</c:v>
                </c:pt>
                <c:pt idx="302">
                  <c:v>3.1870000000000002E-3</c:v>
                </c:pt>
                <c:pt idx="303">
                  <c:v>1.9859999999999999E-3</c:v>
                </c:pt>
                <c:pt idx="304">
                  <c:v>8.6199999999999992E-3</c:v>
                </c:pt>
                <c:pt idx="305">
                  <c:v>2.7300999999999999E-2</c:v>
                </c:pt>
                <c:pt idx="306">
                  <c:v>5.6238999999999997E-2</c:v>
                </c:pt>
                <c:pt idx="307">
                  <c:v>0.33192500000000003</c:v>
                </c:pt>
                <c:pt idx="308">
                  <c:v>6.0000000000000002E-6</c:v>
                </c:pt>
                <c:pt idx="309">
                  <c:v>1.737E-3</c:v>
                </c:pt>
                <c:pt idx="310">
                  <c:v>1.0280000000000001E-3</c:v>
                </c:pt>
                <c:pt idx="311">
                  <c:v>1.8600000000000001E-3</c:v>
                </c:pt>
                <c:pt idx="312">
                  <c:v>2.9750000000000002E-3</c:v>
                </c:pt>
                <c:pt idx="313">
                  <c:v>9.9803000000000003E-2</c:v>
                </c:pt>
                <c:pt idx="314">
                  <c:v>0.41745399999999999</c:v>
                </c:pt>
                <c:pt idx="315">
                  <c:v>0.13442100000000001</c:v>
                </c:pt>
                <c:pt idx="316">
                  <c:v>0.13137799999999999</c:v>
                </c:pt>
                <c:pt idx="317">
                  <c:v>0.150168</c:v>
                </c:pt>
                <c:pt idx="318">
                  <c:v>4.9969999999999997E-3</c:v>
                </c:pt>
                <c:pt idx="319">
                  <c:v>2.4225E-2</c:v>
                </c:pt>
                <c:pt idx="320">
                  <c:v>5.5654000000000002E-2</c:v>
                </c:pt>
                <c:pt idx="321">
                  <c:v>0.400395</c:v>
                </c:pt>
                <c:pt idx="322">
                  <c:v>1.4182E-2</c:v>
                </c:pt>
                <c:pt idx="323">
                  <c:v>3.9365999999999998E-2</c:v>
                </c:pt>
                <c:pt idx="324">
                  <c:v>5.9779999999999998E-3</c:v>
                </c:pt>
                <c:pt idx="325">
                  <c:v>6.4114000000000004E-2</c:v>
                </c:pt>
                <c:pt idx="326">
                  <c:v>0.167771</c:v>
                </c:pt>
                <c:pt idx="327">
                  <c:v>0.50564799999999999</c:v>
                </c:pt>
                <c:pt idx="328">
                  <c:v>0.13089600000000001</c:v>
                </c:pt>
                <c:pt idx="329">
                  <c:v>3.9999999999999998E-6</c:v>
                </c:pt>
                <c:pt idx="330">
                  <c:v>2.0000000000000002E-5</c:v>
                </c:pt>
                <c:pt idx="331">
                  <c:v>2.0000000000000002E-5</c:v>
                </c:pt>
                <c:pt idx="332">
                  <c:v>1.4999999999999999E-4</c:v>
                </c:pt>
                <c:pt idx="333">
                  <c:v>2.72E-4</c:v>
                </c:pt>
                <c:pt idx="334">
                  <c:v>3.5399999999999999E-4</c:v>
                </c:pt>
                <c:pt idx="335">
                  <c:v>3.9999999999999998E-6</c:v>
                </c:pt>
                <c:pt idx="336">
                  <c:v>5.2700000000000002E-4</c:v>
                </c:pt>
                <c:pt idx="337">
                  <c:v>2.0100000000000001E-4</c:v>
                </c:pt>
                <c:pt idx="338">
                  <c:v>2.434E-3</c:v>
                </c:pt>
                <c:pt idx="339">
                  <c:v>2.0799999999999998E-3</c:v>
                </c:pt>
                <c:pt idx="340">
                  <c:v>2.8570000000000002E-3</c:v>
                </c:pt>
                <c:pt idx="341">
                  <c:v>2.637E-3</c:v>
                </c:pt>
                <c:pt idx="342">
                  <c:v>1.1845E-2</c:v>
                </c:pt>
                <c:pt idx="343">
                  <c:v>1.3176999999999999E-2</c:v>
                </c:pt>
                <c:pt idx="344">
                  <c:v>1.8445E-2</c:v>
                </c:pt>
                <c:pt idx="345">
                  <c:v>5.9400000000000002E-4</c:v>
                </c:pt>
                <c:pt idx="346">
                  <c:v>5.9369999999999996E-3</c:v>
                </c:pt>
                <c:pt idx="347">
                  <c:v>3.3883000000000003E-2</c:v>
                </c:pt>
                <c:pt idx="348">
                  <c:v>7.7175999999999995E-2</c:v>
                </c:pt>
                <c:pt idx="349">
                  <c:v>1.2597000000000001E-2</c:v>
                </c:pt>
                <c:pt idx="350">
                  <c:v>0.60140700000000002</c:v>
                </c:pt>
                <c:pt idx="351">
                  <c:v>8.2740000000000001E-3</c:v>
                </c:pt>
                <c:pt idx="352">
                  <c:v>2.7650000000000001E-2</c:v>
                </c:pt>
                <c:pt idx="353">
                  <c:v>8.2369999999999995E-3</c:v>
                </c:pt>
                <c:pt idx="354">
                  <c:v>2.2016000000000001E-2</c:v>
                </c:pt>
                <c:pt idx="355">
                  <c:v>2.5564E-2</c:v>
                </c:pt>
                <c:pt idx="356">
                  <c:v>0.42832500000000001</c:v>
                </c:pt>
                <c:pt idx="357">
                  <c:v>4.6115999999999997E-2</c:v>
                </c:pt>
                <c:pt idx="358">
                  <c:v>2.5999999999999998E-4</c:v>
                </c:pt>
                <c:pt idx="359">
                  <c:v>5.4892999999999997E-2</c:v>
                </c:pt>
                <c:pt idx="360">
                  <c:v>0.252882</c:v>
                </c:pt>
                <c:pt idx="361">
                  <c:v>0.223217</c:v>
                </c:pt>
                <c:pt idx="362">
                  <c:v>1.4855999999999999E-2</c:v>
                </c:pt>
                <c:pt idx="363">
                  <c:v>1.192E-2</c:v>
                </c:pt>
                <c:pt idx="364">
                  <c:v>4.1841999999999997E-2</c:v>
                </c:pt>
                <c:pt idx="365">
                  <c:v>5.5779999999999996E-3</c:v>
                </c:pt>
                <c:pt idx="366">
                  <c:v>0.107904</c:v>
                </c:pt>
                <c:pt idx="367">
                  <c:v>0.14203499999999999</c:v>
                </c:pt>
                <c:pt idx="368">
                  <c:v>6.4338000000000006E-2</c:v>
                </c:pt>
                <c:pt idx="369">
                  <c:v>8.6455000000000004E-2</c:v>
                </c:pt>
                <c:pt idx="370">
                  <c:v>5.6769E-2</c:v>
                </c:pt>
                <c:pt idx="371">
                  <c:v>0.1087</c:v>
                </c:pt>
                <c:pt idx="372">
                  <c:v>5.9816000000000001E-2</c:v>
                </c:pt>
                <c:pt idx="373">
                  <c:v>0.35161599999999998</c:v>
                </c:pt>
                <c:pt idx="374">
                  <c:v>0.16073599999999999</c:v>
                </c:pt>
                <c:pt idx="375">
                  <c:v>0.11942899999999999</c:v>
                </c:pt>
                <c:pt idx="376">
                  <c:v>0.116489</c:v>
                </c:pt>
                <c:pt idx="377">
                  <c:v>8.7928999999999993E-2</c:v>
                </c:pt>
                <c:pt idx="378">
                  <c:v>4.5391000000000001E-2</c:v>
                </c:pt>
                <c:pt idx="379">
                  <c:v>0.20003799999999999</c:v>
                </c:pt>
                <c:pt idx="380">
                  <c:v>2.3324999999999999E-2</c:v>
                </c:pt>
                <c:pt idx="381">
                  <c:v>0.27604200000000001</c:v>
                </c:pt>
                <c:pt idx="382">
                  <c:v>0.11724</c:v>
                </c:pt>
                <c:pt idx="383">
                  <c:v>0.48799500000000001</c:v>
                </c:pt>
                <c:pt idx="384">
                  <c:v>0.42404999999999998</c:v>
                </c:pt>
                <c:pt idx="385">
                  <c:v>0.12564700000000001</c:v>
                </c:pt>
                <c:pt idx="386">
                  <c:v>0.45503900000000003</c:v>
                </c:pt>
                <c:pt idx="387">
                  <c:v>0.32966299999999998</c:v>
                </c:pt>
                <c:pt idx="388">
                  <c:v>9.0000000000000002E-6</c:v>
                </c:pt>
                <c:pt idx="389">
                  <c:v>1.2799999999999999E-4</c:v>
                </c:pt>
                <c:pt idx="390">
                  <c:v>1.8270000000000001E-3</c:v>
                </c:pt>
                <c:pt idx="391">
                  <c:v>4.9451000000000002E-2</c:v>
                </c:pt>
                <c:pt idx="392">
                  <c:v>1.1590000000000001E-3</c:v>
                </c:pt>
                <c:pt idx="393">
                  <c:v>1.0326E-2</c:v>
                </c:pt>
                <c:pt idx="394">
                  <c:v>2.362E-3</c:v>
                </c:pt>
                <c:pt idx="395">
                  <c:v>1.3805E-2</c:v>
                </c:pt>
                <c:pt idx="396">
                  <c:v>7.9999999999999996E-6</c:v>
                </c:pt>
                <c:pt idx="397">
                  <c:v>1.3649999999999999E-3</c:v>
                </c:pt>
                <c:pt idx="398">
                  <c:v>0.66703699999999999</c:v>
                </c:pt>
                <c:pt idx="399">
                  <c:v>1.2070000000000001E-2</c:v>
                </c:pt>
                <c:pt idx="400">
                  <c:v>5.2579999999999997E-3</c:v>
                </c:pt>
                <c:pt idx="401">
                  <c:v>1.774E-3</c:v>
                </c:pt>
                <c:pt idx="402">
                  <c:v>0.13181699999999999</c:v>
                </c:pt>
                <c:pt idx="403">
                  <c:v>3.8848000000000001E-2</c:v>
                </c:pt>
                <c:pt idx="404">
                  <c:v>1.3849999999999999E-3</c:v>
                </c:pt>
                <c:pt idx="405">
                  <c:v>0.52841899999999997</c:v>
                </c:pt>
                <c:pt idx="406">
                  <c:v>3.4480000000000001E-3</c:v>
                </c:pt>
                <c:pt idx="407">
                  <c:v>6.9735000000000005E-2</c:v>
                </c:pt>
                <c:pt idx="408">
                  <c:v>1.6628E-2</c:v>
                </c:pt>
                <c:pt idx="409">
                  <c:v>4.3320999999999998E-2</c:v>
                </c:pt>
                <c:pt idx="410">
                  <c:v>3.0599999999999999E-2</c:v>
                </c:pt>
                <c:pt idx="411">
                  <c:v>2.6263000000000002E-2</c:v>
                </c:pt>
                <c:pt idx="412">
                  <c:v>0.302481</c:v>
                </c:pt>
                <c:pt idx="413">
                  <c:v>0.10197000000000001</c:v>
                </c:pt>
                <c:pt idx="414">
                  <c:v>3.3647999999999997E-2</c:v>
                </c:pt>
                <c:pt idx="415">
                  <c:v>9.2541999999999999E-2</c:v>
                </c:pt>
                <c:pt idx="416">
                  <c:v>5.5999999999999999E-5</c:v>
                </c:pt>
                <c:pt idx="417">
                  <c:v>4.9100000000000001E-4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2172-4221-A051-B67BA266EE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4831440"/>
        <c:axId val="607691216"/>
      </c:scatterChart>
      <c:valAx>
        <c:axId val="101483144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 sz="1000" b="0" i="0" u="none" strike="noStrike" baseline="0">
                    <a:effectLst/>
                  </a:rPr>
                  <a:t>Заполненость </a:t>
                </a:r>
                <a:r>
                  <a:rPr lang="en-US" sz="1000" b="0" i="0" u="none" strike="noStrike" baseline="0">
                    <a:effectLst/>
                  </a:rPr>
                  <a:t>KV</a:t>
                </a:r>
                <a:r>
                  <a:rPr lang="ru-RU" sz="1000" b="0" i="0" u="none" strike="noStrike" baseline="0">
                    <a:effectLst/>
                  </a:rPr>
                  <a:t>кэша</a:t>
                </a:r>
                <a:endParaRPr lang="en-US"/>
              </a:p>
            </c:rich>
          </c:tx>
          <c:layout>
            <c:manualLayout>
              <c:xMode val="edge"/>
              <c:yMode val="edge"/>
              <c:x val="0.41810821724207559"/>
              <c:y val="0.90901027996500439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607691216"/>
        <c:crosses val="autoZero"/>
        <c:crossBetween val="midCat"/>
      </c:valAx>
      <c:valAx>
        <c:axId val="60769121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энтропия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101483144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ru-RU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ru-RU"/>
              <a:t>Уверенность</a:t>
            </a:r>
            <a:r>
              <a:rPr lang="ru-RU" baseline="0"/>
              <a:t> модели в первых 5 токенах  от размера контекста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ru-RU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Sheet1!$T$1</c:f>
              <c:strCache>
                <c:ptCount val="1"/>
                <c:pt idx="0">
                  <c:v>prompt_chars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xVal>
            <c:numRef>
              <c:f>Sheet1!$S$2:$S$419</c:f>
              <c:numCache>
                <c:formatCode>General</c:formatCode>
                <c:ptCount val="418"/>
                <c:pt idx="0">
                  <c:v>1</c:v>
                </c:pt>
                <c:pt idx="1">
                  <c:v>0.99984200000000001</c:v>
                </c:pt>
                <c:pt idx="2">
                  <c:v>0.99915399999999999</c:v>
                </c:pt>
                <c:pt idx="3">
                  <c:v>0.99950399999999995</c:v>
                </c:pt>
                <c:pt idx="4">
                  <c:v>0.99904400000000004</c:v>
                </c:pt>
                <c:pt idx="5">
                  <c:v>0.99981799999999998</c:v>
                </c:pt>
                <c:pt idx="6">
                  <c:v>0.99882899999999997</c:v>
                </c:pt>
                <c:pt idx="7">
                  <c:v>0.99880199999999997</c:v>
                </c:pt>
                <c:pt idx="8">
                  <c:v>0.99944299999999997</c:v>
                </c:pt>
                <c:pt idx="9">
                  <c:v>0.99935600000000002</c:v>
                </c:pt>
                <c:pt idx="10">
                  <c:v>0.99927699999999997</c:v>
                </c:pt>
                <c:pt idx="11">
                  <c:v>0.99920500000000001</c:v>
                </c:pt>
                <c:pt idx="12">
                  <c:v>0.99983</c:v>
                </c:pt>
                <c:pt idx="13">
                  <c:v>0.99961100000000003</c:v>
                </c:pt>
                <c:pt idx="14">
                  <c:v>0.99985999999999997</c:v>
                </c:pt>
                <c:pt idx="15">
                  <c:v>1</c:v>
                </c:pt>
                <c:pt idx="16">
                  <c:v>0.99976200000000004</c:v>
                </c:pt>
                <c:pt idx="17">
                  <c:v>0.99812599999999996</c:v>
                </c:pt>
                <c:pt idx="18">
                  <c:v>0.99974799999999997</c:v>
                </c:pt>
                <c:pt idx="19">
                  <c:v>0.99981100000000001</c:v>
                </c:pt>
                <c:pt idx="20">
                  <c:v>0.99975000000000003</c:v>
                </c:pt>
                <c:pt idx="21">
                  <c:v>0.99920699999999996</c:v>
                </c:pt>
                <c:pt idx="22">
                  <c:v>0.99797000000000002</c:v>
                </c:pt>
                <c:pt idx="23">
                  <c:v>0.99859200000000004</c:v>
                </c:pt>
                <c:pt idx="24">
                  <c:v>0.99882499999999996</c:v>
                </c:pt>
                <c:pt idx="25">
                  <c:v>0.99967799999999996</c:v>
                </c:pt>
                <c:pt idx="26">
                  <c:v>0.99959500000000001</c:v>
                </c:pt>
                <c:pt idx="27">
                  <c:v>0.99850499999999998</c:v>
                </c:pt>
                <c:pt idx="28">
                  <c:v>0.99818099999999998</c:v>
                </c:pt>
                <c:pt idx="29">
                  <c:v>0.99999499999999997</c:v>
                </c:pt>
                <c:pt idx="30">
                  <c:v>0.99882499999999996</c:v>
                </c:pt>
                <c:pt idx="31">
                  <c:v>0.99997800000000003</c:v>
                </c:pt>
                <c:pt idx="32">
                  <c:v>0.99999499999999997</c:v>
                </c:pt>
                <c:pt idx="33">
                  <c:v>0.99999899999999997</c:v>
                </c:pt>
                <c:pt idx="34">
                  <c:v>0.999996</c:v>
                </c:pt>
                <c:pt idx="35">
                  <c:v>0.99990199999999996</c:v>
                </c:pt>
                <c:pt idx="36">
                  <c:v>0.99915399999999999</c:v>
                </c:pt>
                <c:pt idx="37">
                  <c:v>0.99969300000000005</c:v>
                </c:pt>
                <c:pt idx="38">
                  <c:v>0.99988200000000005</c:v>
                </c:pt>
                <c:pt idx="39">
                  <c:v>0.99986699999999995</c:v>
                </c:pt>
                <c:pt idx="40">
                  <c:v>0.99987499999999996</c:v>
                </c:pt>
                <c:pt idx="41">
                  <c:v>0.99997100000000005</c:v>
                </c:pt>
                <c:pt idx="42">
                  <c:v>0.99987599999999999</c:v>
                </c:pt>
                <c:pt idx="43">
                  <c:v>0.99989300000000003</c:v>
                </c:pt>
                <c:pt idx="44">
                  <c:v>0.99952399999999997</c:v>
                </c:pt>
                <c:pt idx="45">
                  <c:v>0.99981299999999995</c:v>
                </c:pt>
                <c:pt idx="46">
                  <c:v>0.99962200000000001</c:v>
                </c:pt>
                <c:pt idx="47">
                  <c:v>0.99935700000000005</c:v>
                </c:pt>
                <c:pt idx="48">
                  <c:v>0.99962600000000001</c:v>
                </c:pt>
                <c:pt idx="49">
                  <c:v>0.99969300000000005</c:v>
                </c:pt>
                <c:pt idx="50">
                  <c:v>0.99924100000000005</c:v>
                </c:pt>
                <c:pt idx="51">
                  <c:v>0.99980100000000005</c:v>
                </c:pt>
                <c:pt idx="52">
                  <c:v>0.999718</c:v>
                </c:pt>
                <c:pt idx="53">
                  <c:v>0.99965499999999996</c:v>
                </c:pt>
                <c:pt idx="54">
                  <c:v>0.99966900000000003</c:v>
                </c:pt>
                <c:pt idx="55">
                  <c:v>0.999865</c:v>
                </c:pt>
                <c:pt idx="56">
                  <c:v>0.99988999999999995</c:v>
                </c:pt>
                <c:pt idx="57">
                  <c:v>0.999942</c:v>
                </c:pt>
                <c:pt idx="58">
                  <c:v>0.99978699999999998</c:v>
                </c:pt>
                <c:pt idx="59">
                  <c:v>0.99964600000000003</c:v>
                </c:pt>
                <c:pt idx="60">
                  <c:v>0.99963100000000005</c:v>
                </c:pt>
                <c:pt idx="61">
                  <c:v>0.99983699999999998</c:v>
                </c:pt>
                <c:pt idx="62">
                  <c:v>0.99852200000000002</c:v>
                </c:pt>
                <c:pt idx="63">
                  <c:v>0.99981100000000001</c:v>
                </c:pt>
                <c:pt idx="64">
                  <c:v>0.99932500000000002</c:v>
                </c:pt>
                <c:pt idx="65">
                  <c:v>0.99955799999999995</c:v>
                </c:pt>
                <c:pt idx="66">
                  <c:v>0.99953400000000003</c:v>
                </c:pt>
                <c:pt idx="67">
                  <c:v>0.99973699999999999</c:v>
                </c:pt>
                <c:pt idx="68">
                  <c:v>0.99950099999999997</c:v>
                </c:pt>
                <c:pt idx="69">
                  <c:v>0.99812800000000002</c:v>
                </c:pt>
                <c:pt idx="70">
                  <c:v>0.99813399999999997</c:v>
                </c:pt>
                <c:pt idx="71">
                  <c:v>0.99999899999999997</c:v>
                </c:pt>
                <c:pt idx="72">
                  <c:v>0.99999899999999997</c:v>
                </c:pt>
                <c:pt idx="73">
                  <c:v>0.99999300000000002</c:v>
                </c:pt>
                <c:pt idx="74">
                  <c:v>0.99921300000000002</c:v>
                </c:pt>
                <c:pt idx="75">
                  <c:v>0.99997999999999998</c:v>
                </c:pt>
                <c:pt idx="76">
                  <c:v>0.999973</c:v>
                </c:pt>
                <c:pt idx="77">
                  <c:v>0.999969</c:v>
                </c:pt>
                <c:pt idx="78">
                  <c:v>0.99992199999999998</c:v>
                </c:pt>
                <c:pt idx="79">
                  <c:v>0.999969</c:v>
                </c:pt>
                <c:pt idx="80">
                  <c:v>0.99998299999999996</c:v>
                </c:pt>
                <c:pt idx="81">
                  <c:v>0.99994700000000003</c:v>
                </c:pt>
                <c:pt idx="82">
                  <c:v>0.999977</c:v>
                </c:pt>
                <c:pt idx="83">
                  <c:v>0.99992400000000004</c:v>
                </c:pt>
                <c:pt idx="84">
                  <c:v>0.99987999999999999</c:v>
                </c:pt>
                <c:pt idx="85">
                  <c:v>0.99994499999999997</c:v>
                </c:pt>
                <c:pt idx="86">
                  <c:v>0.99997499999999995</c:v>
                </c:pt>
                <c:pt idx="87">
                  <c:v>0.99957600000000002</c:v>
                </c:pt>
                <c:pt idx="88">
                  <c:v>0.99990500000000004</c:v>
                </c:pt>
                <c:pt idx="89">
                  <c:v>0.99972300000000003</c:v>
                </c:pt>
                <c:pt idx="90">
                  <c:v>0.99957300000000004</c:v>
                </c:pt>
                <c:pt idx="91">
                  <c:v>0.99981299999999995</c:v>
                </c:pt>
                <c:pt idx="92">
                  <c:v>0.99976699999999996</c:v>
                </c:pt>
                <c:pt idx="93">
                  <c:v>0.99970999999999999</c:v>
                </c:pt>
                <c:pt idx="94">
                  <c:v>0.99978599999999995</c:v>
                </c:pt>
                <c:pt idx="95">
                  <c:v>0.99992499999999995</c:v>
                </c:pt>
                <c:pt idx="96">
                  <c:v>0.99988100000000002</c:v>
                </c:pt>
                <c:pt idx="97">
                  <c:v>0.99973999999999996</c:v>
                </c:pt>
                <c:pt idx="98">
                  <c:v>0.99979600000000002</c:v>
                </c:pt>
                <c:pt idx="99">
                  <c:v>0.99951100000000004</c:v>
                </c:pt>
                <c:pt idx="100">
                  <c:v>0.99967899999999998</c:v>
                </c:pt>
                <c:pt idx="101">
                  <c:v>1</c:v>
                </c:pt>
                <c:pt idx="102">
                  <c:v>0.99999899999999997</c:v>
                </c:pt>
                <c:pt idx="103">
                  <c:v>0.99999800000000005</c:v>
                </c:pt>
                <c:pt idx="104">
                  <c:v>0.99982000000000004</c:v>
                </c:pt>
                <c:pt idx="105">
                  <c:v>0.99998500000000001</c:v>
                </c:pt>
                <c:pt idx="106">
                  <c:v>0.999915</c:v>
                </c:pt>
                <c:pt idx="107">
                  <c:v>0.999807</c:v>
                </c:pt>
                <c:pt idx="108">
                  <c:v>0.99962600000000001</c:v>
                </c:pt>
                <c:pt idx="109">
                  <c:v>0.99991699999999994</c:v>
                </c:pt>
                <c:pt idx="110">
                  <c:v>0.99983500000000003</c:v>
                </c:pt>
                <c:pt idx="111">
                  <c:v>0.99981200000000003</c:v>
                </c:pt>
                <c:pt idx="112">
                  <c:v>0.99975000000000003</c:v>
                </c:pt>
                <c:pt idx="113">
                  <c:v>1</c:v>
                </c:pt>
                <c:pt idx="114">
                  <c:v>1</c:v>
                </c:pt>
                <c:pt idx="115">
                  <c:v>0.99999499999999997</c:v>
                </c:pt>
                <c:pt idx="116">
                  <c:v>0.99989600000000001</c:v>
                </c:pt>
                <c:pt idx="117">
                  <c:v>0.99998699999999996</c:v>
                </c:pt>
                <c:pt idx="118">
                  <c:v>0.99980899999999995</c:v>
                </c:pt>
                <c:pt idx="119">
                  <c:v>0.99986699999999995</c:v>
                </c:pt>
                <c:pt idx="120">
                  <c:v>0.99926199999999998</c:v>
                </c:pt>
                <c:pt idx="121">
                  <c:v>0.99999700000000002</c:v>
                </c:pt>
                <c:pt idx="122">
                  <c:v>1</c:v>
                </c:pt>
                <c:pt idx="123">
                  <c:v>0.99999899999999997</c:v>
                </c:pt>
                <c:pt idx="124">
                  <c:v>0.99997899999999995</c:v>
                </c:pt>
                <c:pt idx="125">
                  <c:v>0.999996</c:v>
                </c:pt>
                <c:pt idx="126">
                  <c:v>0.99995500000000004</c:v>
                </c:pt>
                <c:pt idx="127">
                  <c:v>0.99998500000000001</c:v>
                </c:pt>
                <c:pt idx="128">
                  <c:v>0.99997599999999998</c:v>
                </c:pt>
                <c:pt idx="129">
                  <c:v>0.99999300000000002</c:v>
                </c:pt>
                <c:pt idx="130">
                  <c:v>0.99999199999999999</c:v>
                </c:pt>
                <c:pt idx="131">
                  <c:v>0.99993500000000002</c:v>
                </c:pt>
                <c:pt idx="132">
                  <c:v>0.99996799999999997</c:v>
                </c:pt>
                <c:pt idx="133">
                  <c:v>0.99994700000000003</c:v>
                </c:pt>
                <c:pt idx="134">
                  <c:v>0.99993699999999996</c:v>
                </c:pt>
                <c:pt idx="135">
                  <c:v>1</c:v>
                </c:pt>
                <c:pt idx="136">
                  <c:v>0.99999199999999999</c:v>
                </c:pt>
                <c:pt idx="137">
                  <c:v>0.99997599999999998</c:v>
                </c:pt>
                <c:pt idx="138">
                  <c:v>0.99999899999999997</c:v>
                </c:pt>
                <c:pt idx="139">
                  <c:v>0.99993900000000002</c:v>
                </c:pt>
                <c:pt idx="140">
                  <c:v>0.99995500000000004</c:v>
                </c:pt>
                <c:pt idx="141">
                  <c:v>0.99994499999999997</c:v>
                </c:pt>
                <c:pt idx="142">
                  <c:v>0.999942</c:v>
                </c:pt>
                <c:pt idx="143">
                  <c:v>0.99993799999999999</c:v>
                </c:pt>
                <c:pt idx="144">
                  <c:v>0.99988900000000003</c:v>
                </c:pt>
                <c:pt idx="145">
                  <c:v>1</c:v>
                </c:pt>
                <c:pt idx="146">
                  <c:v>0.99985100000000005</c:v>
                </c:pt>
                <c:pt idx="147">
                  <c:v>0.99993600000000005</c:v>
                </c:pt>
                <c:pt idx="148">
                  <c:v>0.99995299999999998</c:v>
                </c:pt>
                <c:pt idx="149">
                  <c:v>0.99992800000000004</c:v>
                </c:pt>
                <c:pt idx="150">
                  <c:v>0.99998500000000001</c:v>
                </c:pt>
                <c:pt idx="151">
                  <c:v>0.999861</c:v>
                </c:pt>
                <c:pt idx="152">
                  <c:v>0.99997199999999997</c:v>
                </c:pt>
                <c:pt idx="153">
                  <c:v>0.99928300000000003</c:v>
                </c:pt>
                <c:pt idx="154">
                  <c:v>0.99995400000000001</c:v>
                </c:pt>
                <c:pt idx="155">
                  <c:v>0.99992400000000004</c:v>
                </c:pt>
                <c:pt idx="156">
                  <c:v>0.99993299999999996</c:v>
                </c:pt>
                <c:pt idx="157">
                  <c:v>0.99975000000000003</c:v>
                </c:pt>
                <c:pt idx="158">
                  <c:v>0.999915</c:v>
                </c:pt>
                <c:pt idx="159">
                  <c:v>0.99957600000000002</c:v>
                </c:pt>
                <c:pt idx="160">
                  <c:v>0.99881600000000004</c:v>
                </c:pt>
                <c:pt idx="161">
                  <c:v>0.99999899999999997</c:v>
                </c:pt>
                <c:pt idx="162">
                  <c:v>0.999996</c:v>
                </c:pt>
                <c:pt idx="163">
                  <c:v>0.99978800000000001</c:v>
                </c:pt>
                <c:pt idx="164">
                  <c:v>0.99989799999999995</c:v>
                </c:pt>
                <c:pt idx="165">
                  <c:v>0.99999800000000005</c:v>
                </c:pt>
                <c:pt idx="166">
                  <c:v>0.99998600000000004</c:v>
                </c:pt>
                <c:pt idx="167">
                  <c:v>0.99998399999999998</c:v>
                </c:pt>
                <c:pt idx="168">
                  <c:v>0.99995900000000004</c:v>
                </c:pt>
                <c:pt idx="169">
                  <c:v>0.99993100000000001</c:v>
                </c:pt>
                <c:pt idx="170">
                  <c:v>0.99806399999999995</c:v>
                </c:pt>
                <c:pt idx="171">
                  <c:v>0.999969</c:v>
                </c:pt>
                <c:pt idx="172">
                  <c:v>0.99971299999999996</c:v>
                </c:pt>
                <c:pt idx="173">
                  <c:v>1</c:v>
                </c:pt>
                <c:pt idx="174">
                  <c:v>1</c:v>
                </c:pt>
                <c:pt idx="175">
                  <c:v>0.99999800000000005</c:v>
                </c:pt>
                <c:pt idx="176">
                  <c:v>0.999977</c:v>
                </c:pt>
                <c:pt idx="177">
                  <c:v>0.99996700000000005</c:v>
                </c:pt>
                <c:pt idx="178">
                  <c:v>0.999973</c:v>
                </c:pt>
                <c:pt idx="179">
                  <c:v>0.99999400000000005</c:v>
                </c:pt>
                <c:pt idx="180">
                  <c:v>0.99992899999999996</c:v>
                </c:pt>
                <c:pt idx="181">
                  <c:v>0.99992499999999995</c:v>
                </c:pt>
                <c:pt idx="182">
                  <c:v>0.99955499999999997</c:v>
                </c:pt>
                <c:pt idx="183">
                  <c:v>1</c:v>
                </c:pt>
                <c:pt idx="184">
                  <c:v>0.99999899999999997</c:v>
                </c:pt>
                <c:pt idx="185">
                  <c:v>0.99999300000000002</c:v>
                </c:pt>
                <c:pt idx="186">
                  <c:v>0.99998600000000004</c:v>
                </c:pt>
                <c:pt idx="187">
                  <c:v>0.99999499999999997</c:v>
                </c:pt>
                <c:pt idx="188">
                  <c:v>0.99999000000000005</c:v>
                </c:pt>
                <c:pt idx="189">
                  <c:v>0.999969</c:v>
                </c:pt>
                <c:pt idx="190">
                  <c:v>0.99982599999999999</c:v>
                </c:pt>
                <c:pt idx="191">
                  <c:v>0.99998799999999999</c:v>
                </c:pt>
                <c:pt idx="192">
                  <c:v>0.99996399999999996</c:v>
                </c:pt>
                <c:pt idx="193">
                  <c:v>0.99994799999999995</c:v>
                </c:pt>
                <c:pt idx="194">
                  <c:v>0.99956100000000003</c:v>
                </c:pt>
                <c:pt idx="195">
                  <c:v>0.99992800000000004</c:v>
                </c:pt>
                <c:pt idx="196">
                  <c:v>0.99996700000000005</c:v>
                </c:pt>
                <c:pt idx="197">
                  <c:v>0.99999199999999999</c:v>
                </c:pt>
                <c:pt idx="198">
                  <c:v>0.99997899999999995</c:v>
                </c:pt>
                <c:pt idx="199">
                  <c:v>0.99991799999999997</c:v>
                </c:pt>
                <c:pt idx="200">
                  <c:v>0.99995599999999996</c:v>
                </c:pt>
                <c:pt idx="201">
                  <c:v>0.99999899999999997</c:v>
                </c:pt>
                <c:pt idx="202">
                  <c:v>0.99999899999999997</c:v>
                </c:pt>
                <c:pt idx="203">
                  <c:v>0.99999899999999997</c:v>
                </c:pt>
                <c:pt idx="204">
                  <c:v>0.99999800000000005</c:v>
                </c:pt>
                <c:pt idx="205">
                  <c:v>0.99985800000000002</c:v>
                </c:pt>
                <c:pt idx="206">
                  <c:v>0.99999300000000002</c:v>
                </c:pt>
                <c:pt idx="207">
                  <c:v>0.99998399999999998</c:v>
                </c:pt>
                <c:pt idx="208">
                  <c:v>0.99998100000000001</c:v>
                </c:pt>
                <c:pt idx="209">
                  <c:v>1</c:v>
                </c:pt>
                <c:pt idx="210">
                  <c:v>0.99999800000000005</c:v>
                </c:pt>
                <c:pt idx="211">
                  <c:v>0.99999099999999996</c:v>
                </c:pt>
                <c:pt idx="212">
                  <c:v>0.99997199999999997</c:v>
                </c:pt>
                <c:pt idx="213">
                  <c:v>0.99998500000000001</c:v>
                </c:pt>
                <c:pt idx="214">
                  <c:v>0.99999800000000005</c:v>
                </c:pt>
                <c:pt idx="215">
                  <c:v>0.99996399999999996</c:v>
                </c:pt>
                <c:pt idx="216">
                  <c:v>0.99999000000000005</c:v>
                </c:pt>
                <c:pt idx="217">
                  <c:v>0.999892</c:v>
                </c:pt>
                <c:pt idx="218">
                  <c:v>0.99984399999999996</c:v>
                </c:pt>
                <c:pt idx="219">
                  <c:v>0.999946</c:v>
                </c:pt>
                <c:pt idx="220">
                  <c:v>0.99997599999999998</c:v>
                </c:pt>
                <c:pt idx="221">
                  <c:v>0.99994499999999997</c:v>
                </c:pt>
                <c:pt idx="222">
                  <c:v>0.99951500000000004</c:v>
                </c:pt>
                <c:pt idx="223">
                  <c:v>0.99985199999999996</c:v>
                </c:pt>
                <c:pt idx="224">
                  <c:v>0.99995299999999998</c:v>
                </c:pt>
                <c:pt idx="225">
                  <c:v>0.99993799999999999</c:v>
                </c:pt>
                <c:pt idx="226">
                  <c:v>0.99993399999999999</c:v>
                </c:pt>
                <c:pt idx="227">
                  <c:v>0.99991799999999997</c:v>
                </c:pt>
                <c:pt idx="228">
                  <c:v>0.99941000000000002</c:v>
                </c:pt>
                <c:pt idx="229">
                  <c:v>0.99984300000000004</c:v>
                </c:pt>
                <c:pt idx="230">
                  <c:v>0.99918300000000004</c:v>
                </c:pt>
                <c:pt idx="231">
                  <c:v>0.99975899999999995</c:v>
                </c:pt>
                <c:pt idx="232">
                  <c:v>0.99950300000000003</c:v>
                </c:pt>
                <c:pt idx="233">
                  <c:v>0.99892000000000003</c:v>
                </c:pt>
                <c:pt idx="234">
                  <c:v>0.99892599999999998</c:v>
                </c:pt>
                <c:pt idx="235">
                  <c:v>0.99964399999999998</c:v>
                </c:pt>
                <c:pt idx="236">
                  <c:v>0.99982400000000005</c:v>
                </c:pt>
                <c:pt idx="237">
                  <c:v>0.99982000000000004</c:v>
                </c:pt>
                <c:pt idx="238">
                  <c:v>0.99992300000000001</c:v>
                </c:pt>
                <c:pt idx="239">
                  <c:v>0.99993900000000002</c:v>
                </c:pt>
                <c:pt idx="240">
                  <c:v>0.99976500000000001</c:v>
                </c:pt>
                <c:pt idx="241">
                  <c:v>0.99979700000000005</c:v>
                </c:pt>
                <c:pt idx="242">
                  <c:v>1</c:v>
                </c:pt>
                <c:pt idx="243">
                  <c:v>0.99995400000000001</c:v>
                </c:pt>
                <c:pt idx="244">
                  <c:v>0.99999099999999996</c:v>
                </c:pt>
                <c:pt idx="245">
                  <c:v>0.99999099999999996</c:v>
                </c:pt>
                <c:pt idx="246">
                  <c:v>1</c:v>
                </c:pt>
                <c:pt idx="247">
                  <c:v>0.99998600000000004</c:v>
                </c:pt>
                <c:pt idx="248">
                  <c:v>0.99991300000000005</c:v>
                </c:pt>
                <c:pt idx="249">
                  <c:v>0.99970499999999995</c:v>
                </c:pt>
                <c:pt idx="250">
                  <c:v>0.99998600000000004</c:v>
                </c:pt>
                <c:pt idx="251">
                  <c:v>0.99985400000000002</c:v>
                </c:pt>
                <c:pt idx="252">
                  <c:v>0.99999300000000002</c:v>
                </c:pt>
                <c:pt idx="253">
                  <c:v>0.99995500000000004</c:v>
                </c:pt>
                <c:pt idx="254">
                  <c:v>1</c:v>
                </c:pt>
                <c:pt idx="255">
                  <c:v>0.99980899999999995</c:v>
                </c:pt>
                <c:pt idx="256">
                  <c:v>0.999942</c:v>
                </c:pt>
                <c:pt idx="257">
                  <c:v>0.99989499999999998</c:v>
                </c:pt>
                <c:pt idx="258">
                  <c:v>1</c:v>
                </c:pt>
                <c:pt idx="259">
                  <c:v>0.99999899999999997</c:v>
                </c:pt>
                <c:pt idx="260">
                  <c:v>0.99999400000000005</c:v>
                </c:pt>
                <c:pt idx="261">
                  <c:v>0.99999099999999996</c:v>
                </c:pt>
                <c:pt idx="262">
                  <c:v>0.99996399999999996</c:v>
                </c:pt>
                <c:pt idx="263">
                  <c:v>0.99992099999999995</c:v>
                </c:pt>
                <c:pt idx="264">
                  <c:v>0.999996</c:v>
                </c:pt>
                <c:pt idx="265">
                  <c:v>0.99992700000000001</c:v>
                </c:pt>
                <c:pt idx="266">
                  <c:v>1</c:v>
                </c:pt>
                <c:pt idx="267">
                  <c:v>0.99994899999999998</c:v>
                </c:pt>
                <c:pt idx="268">
                  <c:v>0.99995000000000001</c:v>
                </c:pt>
                <c:pt idx="269">
                  <c:v>1</c:v>
                </c:pt>
                <c:pt idx="270">
                  <c:v>0.99999199999999999</c:v>
                </c:pt>
                <c:pt idx="271">
                  <c:v>0.99998500000000001</c:v>
                </c:pt>
                <c:pt idx="272">
                  <c:v>0.99997199999999997</c:v>
                </c:pt>
                <c:pt idx="273">
                  <c:v>0.99996700000000005</c:v>
                </c:pt>
                <c:pt idx="274">
                  <c:v>0.99993500000000002</c:v>
                </c:pt>
                <c:pt idx="275">
                  <c:v>0.99997000000000003</c:v>
                </c:pt>
                <c:pt idx="276">
                  <c:v>0.99991099999999999</c:v>
                </c:pt>
                <c:pt idx="277">
                  <c:v>0.99942600000000004</c:v>
                </c:pt>
                <c:pt idx="278">
                  <c:v>0.99974399999999997</c:v>
                </c:pt>
                <c:pt idx="279">
                  <c:v>0.99965099999999996</c:v>
                </c:pt>
                <c:pt idx="280">
                  <c:v>0.99959600000000004</c:v>
                </c:pt>
                <c:pt idx="281">
                  <c:v>0.99999800000000005</c:v>
                </c:pt>
                <c:pt idx="282">
                  <c:v>0.999946</c:v>
                </c:pt>
                <c:pt idx="283">
                  <c:v>0.99999800000000005</c:v>
                </c:pt>
                <c:pt idx="284">
                  <c:v>0.99978999999999996</c:v>
                </c:pt>
                <c:pt idx="285">
                  <c:v>0.99989099999999997</c:v>
                </c:pt>
                <c:pt idx="286">
                  <c:v>0.99992099999999995</c:v>
                </c:pt>
                <c:pt idx="287">
                  <c:v>0.99997199999999997</c:v>
                </c:pt>
                <c:pt idx="288">
                  <c:v>0.99896799999999997</c:v>
                </c:pt>
                <c:pt idx="289">
                  <c:v>0.99991600000000003</c:v>
                </c:pt>
                <c:pt idx="290">
                  <c:v>1</c:v>
                </c:pt>
                <c:pt idx="291">
                  <c:v>0.99988999999999995</c:v>
                </c:pt>
                <c:pt idx="292">
                  <c:v>0.99994899999999998</c:v>
                </c:pt>
                <c:pt idx="293">
                  <c:v>0.99999899999999997</c:v>
                </c:pt>
                <c:pt idx="294">
                  <c:v>1</c:v>
                </c:pt>
                <c:pt idx="295">
                  <c:v>0.99995299999999998</c:v>
                </c:pt>
                <c:pt idx="296">
                  <c:v>0.99998299999999996</c:v>
                </c:pt>
                <c:pt idx="297">
                  <c:v>0.99994899999999998</c:v>
                </c:pt>
                <c:pt idx="298">
                  <c:v>0.99994700000000003</c:v>
                </c:pt>
                <c:pt idx="299">
                  <c:v>0.99999499999999997</c:v>
                </c:pt>
                <c:pt idx="300">
                  <c:v>0.99996499999999999</c:v>
                </c:pt>
                <c:pt idx="301">
                  <c:v>0.99998699999999996</c:v>
                </c:pt>
                <c:pt idx="302">
                  <c:v>0.999977</c:v>
                </c:pt>
                <c:pt idx="303">
                  <c:v>0.99997999999999998</c:v>
                </c:pt>
                <c:pt idx="304">
                  <c:v>0.99996700000000005</c:v>
                </c:pt>
                <c:pt idx="305">
                  <c:v>0.99992800000000004</c:v>
                </c:pt>
                <c:pt idx="306">
                  <c:v>0.99983500000000003</c:v>
                </c:pt>
                <c:pt idx="307">
                  <c:v>0.99791300000000005</c:v>
                </c:pt>
                <c:pt idx="308">
                  <c:v>1</c:v>
                </c:pt>
                <c:pt idx="309">
                  <c:v>0.99999499999999997</c:v>
                </c:pt>
                <c:pt idx="310">
                  <c:v>0.99999199999999999</c:v>
                </c:pt>
                <c:pt idx="311">
                  <c:v>0.99999700000000002</c:v>
                </c:pt>
                <c:pt idx="312">
                  <c:v>0.99999000000000005</c:v>
                </c:pt>
                <c:pt idx="313">
                  <c:v>0.99981799999999998</c:v>
                </c:pt>
                <c:pt idx="314">
                  <c:v>0.99954500000000002</c:v>
                </c:pt>
                <c:pt idx="315">
                  <c:v>0.99968500000000005</c:v>
                </c:pt>
                <c:pt idx="316">
                  <c:v>0.99968199999999996</c:v>
                </c:pt>
                <c:pt idx="317">
                  <c:v>0.99979399999999996</c:v>
                </c:pt>
                <c:pt idx="318">
                  <c:v>0.99995900000000004</c:v>
                </c:pt>
                <c:pt idx="319">
                  <c:v>0.99993100000000001</c:v>
                </c:pt>
                <c:pt idx="320">
                  <c:v>0.99990100000000004</c:v>
                </c:pt>
                <c:pt idx="321">
                  <c:v>0.99945200000000001</c:v>
                </c:pt>
                <c:pt idx="322">
                  <c:v>0.99995299999999998</c:v>
                </c:pt>
                <c:pt idx="323">
                  <c:v>0.99994000000000005</c:v>
                </c:pt>
                <c:pt idx="324">
                  <c:v>0.99997999999999998</c:v>
                </c:pt>
                <c:pt idx="325">
                  <c:v>0.99973000000000001</c:v>
                </c:pt>
                <c:pt idx="326">
                  <c:v>0.99912400000000001</c:v>
                </c:pt>
                <c:pt idx="327">
                  <c:v>0.99878500000000003</c:v>
                </c:pt>
                <c:pt idx="328">
                  <c:v>0.99984700000000004</c:v>
                </c:pt>
                <c:pt idx="329">
                  <c:v>1</c:v>
                </c:pt>
                <c:pt idx="330">
                  <c:v>1</c:v>
                </c:pt>
                <c:pt idx="331">
                  <c:v>1</c:v>
                </c:pt>
                <c:pt idx="332">
                  <c:v>0.99999899999999997</c:v>
                </c:pt>
                <c:pt idx="333">
                  <c:v>0.99999800000000005</c:v>
                </c:pt>
                <c:pt idx="334">
                  <c:v>0.99999800000000005</c:v>
                </c:pt>
                <c:pt idx="335">
                  <c:v>1</c:v>
                </c:pt>
                <c:pt idx="336">
                  <c:v>0.99999899999999997</c:v>
                </c:pt>
                <c:pt idx="337">
                  <c:v>0.99999899999999997</c:v>
                </c:pt>
                <c:pt idx="338">
                  <c:v>0.99998799999999999</c:v>
                </c:pt>
                <c:pt idx="339">
                  <c:v>0.99999300000000002</c:v>
                </c:pt>
                <c:pt idx="340">
                  <c:v>0.99999499999999997</c:v>
                </c:pt>
                <c:pt idx="341">
                  <c:v>0.99999300000000002</c:v>
                </c:pt>
                <c:pt idx="342">
                  <c:v>0.999977</c:v>
                </c:pt>
                <c:pt idx="343">
                  <c:v>0.99996600000000002</c:v>
                </c:pt>
                <c:pt idx="344">
                  <c:v>0.99996300000000005</c:v>
                </c:pt>
                <c:pt idx="345">
                  <c:v>0.99999800000000005</c:v>
                </c:pt>
                <c:pt idx="346">
                  <c:v>0.99997499999999995</c:v>
                </c:pt>
                <c:pt idx="347">
                  <c:v>0.99990599999999996</c:v>
                </c:pt>
                <c:pt idx="348">
                  <c:v>0.99979399999999996</c:v>
                </c:pt>
                <c:pt idx="349">
                  <c:v>0.99986799999999998</c:v>
                </c:pt>
                <c:pt idx="350">
                  <c:v>0.99984899999999999</c:v>
                </c:pt>
                <c:pt idx="351">
                  <c:v>0.99998100000000001</c:v>
                </c:pt>
                <c:pt idx="352">
                  <c:v>0.99989899999999998</c:v>
                </c:pt>
                <c:pt idx="353">
                  <c:v>0.99998500000000001</c:v>
                </c:pt>
                <c:pt idx="354">
                  <c:v>0.99997400000000003</c:v>
                </c:pt>
                <c:pt idx="355">
                  <c:v>0.99996700000000005</c:v>
                </c:pt>
                <c:pt idx="356">
                  <c:v>0.99889399999999995</c:v>
                </c:pt>
                <c:pt idx="357">
                  <c:v>0.99953199999999998</c:v>
                </c:pt>
                <c:pt idx="358">
                  <c:v>0.999996</c:v>
                </c:pt>
                <c:pt idx="359">
                  <c:v>0.99976100000000001</c:v>
                </c:pt>
                <c:pt idx="360">
                  <c:v>0.99909800000000004</c:v>
                </c:pt>
                <c:pt idx="361">
                  <c:v>0.999525</c:v>
                </c:pt>
                <c:pt idx="362">
                  <c:v>0.99986200000000003</c:v>
                </c:pt>
                <c:pt idx="363">
                  <c:v>0.99997400000000003</c:v>
                </c:pt>
                <c:pt idx="364">
                  <c:v>0.99959200000000004</c:v>
                </c:pt>
                <c:pt idx="365">
                  <c:v>0.999969</c:v>
                </c:pt>
                <c:pt idx="366">
                  <c:v>0.99965400000000004</c:v>
                </c:pt>
                <c:pt idx="367">
                  <c:v>0.999556</c:v>
                </c:pt>
                <c:pt idx="368">
                  <c:v>0.99977199999999999</c:v>
                </c:pt>
                <c:pt idx="369">
                  <c:v>0.99965499999999996</c:v>
                </c:pt>
                <c:pt idx="370">
                  <c:v>0.99954399999999999</c:v>
                </c:pt>
                <c:pt idx="371">
                  <c:v>0.99894899999999998</c:v>
                </c:pt>
                <c:pt idx="372">
                  <c:v>0.99977799999999994</c:v>
                </c:pt>
                <c:pt idx="373">
                  <c:v>0.99787999999999999</c:v>
                </c:pt>
                <c:pt idx="374">
                  <c:v>0.99955300000000002</c:v>
                </c:pt>
                <c:pt idx="375">
                  <c:v>0.99966900000000003</c:v>
                </c:pt>
                <c:pt idx="376">
                  <c:v>0.99948300000000001</c:v>
                </c:pt>
                <c:pt idx="377">
                  <c:v>0.99977400000000005</c:v>
                </c:pt>
                <c:pt idx="378">
                  <c:v>0.99989899999999998</c:v>
                </c:pt>
                <c:pt idx="379">
                  <c:v>0.99980899999999995</c:v>
                </c:pt>
                <c:pt idx="380">
                  <c:v>0.99984099999999998</c:v>
                </c:pt>
                <c:pt idx="381">
                  <c:v>0.99842500000000001</c:v>
                </c:pt>
                <c:pt idx="382">
                  <c:v>0.99950099999999997</c:v>
                </c:pt>
                <c:pt idx="383">
                  <c:v>0.999278</c:v>
                </c:pt>
                <c:pt idx="384">
                  <c:v>0.999027</c:v>
                </c:pt>
                <c:pt idx="385">
                  <c:v>0.99916000000000005</c:v>
                </c:pt>
                <c:pt idx="386">
                  <c:v>0.99888299999999997</c:v>
                </c:pt>
                <c:pt idx="387">
                  <c:v>0.99925200000000003</c:v>
                </c:pt>
                <c:pt idx="388">
                  <c:v>1</c:v>
                </c:pt>
                <c:pt idx="389">
                  <c:v>0.99999899999999997</c:v>
                </c:pt>
                <c:pt idx="390">
                  <c:v>0.99998200000000004</c:v>
                </c:pt>
                <c:pt idx="391">
                  <c:v>0.99973999999999996</c:v>
                </c:pt>
                <c:pt idx="392">
                  <c:v>0.99999099999999996</c:v>
                </c:pt>
                <c:pt idx="393">
                  <c:v>0.99997899999999995</c:v>
                </c:pt>
                <c:pt idx="394">
                  <c:v>0.99998900000000002</c:v>
                </c:pt>
                <c:pt idx="395">
                  <c:v>0.99995500000000004</c:v>
                </c:pt>
                <c:pt idx="396">
                  <c:v>1</c:v>
                </c:pt>
                <c:pt idx="397">
                  <c:v>0.99998799999999999</c:v>
                </c:pt>
                <c:pt idx="398">
                  <c:v>0.99958999999999998</c:v>
                </c:pt>
                <c:pt idx="399">
                  <c:v>0.99982000000000004</c:v>
                </c:pt>
                <c:pt idx="400">
                  <c:v>0.99993299999999996</c:v>
                </c:pt>
                <c:pt idx="401">
                  <c:v>0.99998299999999996</c:v>
                </c:pt>
                <c:pt idx="402">
                  <c:v>0.99893699999999996</c:v>
                </c:pt>
                <c:pt idx="403">
                  <c:v>0.99995000000000001</c:v>
                </c:pt>
                <c:pt idx="404">
                  <c:v>0.99998399999999998</c:v>
                </c:pt>
                <c:pt idx="405">
                  <c:v>0.99972499999999997</c:v>
                </c:pt>
                <c:pt idx="406">
                  <c:v>0.99998200000000004</c:v>
                </c:pt>
                <c:pt idx="407">
                  <c:v>0.99979200000000001</c:v>
                </c:pt>
                <c:pt idx="408">
                  <c:v>0.99993399999999999</c:v>
                </c:pt>
                <c:pt idx="409">
                  <c:v>0.99990199999999996</c:v>
                </c:pt>
                <c:pt idx="410">
                  <c:v>0.99984499999999998</c:v>
                </c:pt>
                <c:pt idx="411">
                  <c:v>0.99985299999999999</c:v>
                </c:pt>
                <c:pt idx="412">
                  <c:v>0.99879899999999999</c:v>
                </c:pt>
                <c:pt idx="413">
                  <c:v>0.99944299999999997</c:v>
                </c:pt>
                <c:pt idx="414">
                  <c:v>0.99987000000000004</c:v>
                </c:pt>
                <c:pt idx="415">
                  <c:v>0.99979399999999996</c:v>
                </c:pt>
                <c:pt idx="416">
                  <c:v>0.99999899999999997</c:v>
                </c:pt>
                <c:pt idx="417">
                  <c:v>0.99999700000000002</c:v>
                </c:pt>
              </c:numCache>
            </c:numRef>
          </c:xVal>
          <c:yVal>
            <c:numRef>
              <c:f>Sheet1!$T$2:$T$419</c:f>
              <c:numCache>
                <c:formatCode>General</c:formatCode>
                <c:ptCount val="418"/>
                <c:pt idx="0">
                  <c:v>18474</c:v>
                </c:pt>
                <c:pt idx="1">
                  <c:v>920</c:v>
                </c:pt>
                <c:pt idx="2">
                  <c:v>824</c:v>
                </c:pt>
                <c:pt idx="3">
                  <c:v>928</c:v>
                </c:pt>
                <c:pt idx="4">
                  <c:v>10166</c:v>
                </c:pt>
                <c:pt idx="5">
                  <c:v>2753</c:v>
                </c:pt>
                <c:pt idx="6">
                  <c:v>950</c:v>
                </c:pt>
                <c:pt idx="7">
                  <c:v>9456</c:v>
                </c:pt>
                <c:pt idx="8">
                  <c:v>2517</c:v>
                </c:pt>
                <c:pt idx="9">
                  <c:v>5685</c:v>
                </c:pt>
                <c:pt idx="10">
                  <c:v>1503</c:v>
                </c:pt>
                <c:pt idx="11">
                  <c:v>14150</c:v>
                </c:pt>
                <c:pt idx="12">
                  <c:v>944</c:v>
                </c:pt>
                <c:pt idx="13">
                  <c:v>27021</c:v>
                </c:pt>
                <c:pt idx="14">
                  <c:v>1176</c:v>
                </c:pt>
                <c:pt idx="15">
                  <c:v>3369</c:v>
                </c:pt>
                <c:pt idx="16">
                  <c:v>683</c:v>
                </c:pt>
                <c:pt idx="17">
                  <c:v>20458</c:v>
                </c:pt>
                <c:pt idx="18">
                  <c:v>599</c:v>
                </c:pt>
                <c:pt idx="19">
                  <c:v>4558</c:v>
                </c:pt>
                <c:pt idx="20">
                  <c:v>1335</c:v>
                </c:pt>
                <c:pt idx="21">
                  <c:v>27570</c:v>
                </c:pt>
                <c:pt idx="22">
                  <c:v>4622</c:v>
                </c:pt>
                <c:pt idx="23">
                  <c:v>17662</c:v>
                </c:pt>
                <c:pt idx="24">
                  <c:v>2203</c:v>
                </c:pt>
                <c:pt idx="25">
                  <c:v>1298</c:v>
                </c:pt>
                <c:pt idx="26">
                  <c:v>2119</c:v>
                </c:pt>
                <c:pt idx="27">
                  <c:v>3181</c:v>
                </c:pt>
                <c:pt idx="28">
                  <c:v>1385</c:v>
                </c:pt>
                <c:pt idx="29">
                  <c:v>5147</c:v>
                </c:pt>
                <c:pt idx="30">
                  <c:v>703</c:v>
                </c:pt>
                <c:pt idx="31">
                  <c:v>12947</c:v>
                </c:pt>
                <c:pt idx="32">
                  <c:v>2818</c:v>
                </c:pt>
                <c:pt idx="33">
                  <c:v>6673</c:v>
                </c:pt>
                <c:pt idx="34">
                  <c:v>501</c:v>
                </c:pt>
                <c:pt idx="35">
                  <c:v>4463</c:v>
                </c:pt>
                <c:pt idx="36">
                  <c:v>747</c:v>
                </c:pt>
                <c:pt idx="37">
                  <c:v>14402</c:v>
                </c:pt>
                <c:pt idx="38">
                  <c:v>1510</c:v>
                </c:pt>
                <c:pt idx="39">
                  <c:v>10488</c:v>
                </c:pt>
                <c:pt idx="40">
                  <c:v>3481</c:v>
                </c:pt>
                <c:pt idx="41">
                  <c:v>3700</c:v>
                </c:pt>
                <c:pt idx="42">
                  <c:v>1939</c:v>
                </c:pt>
                <c:pt idx="43">
                  <c:v>22423</c:v>
                </c:pt>
                <c:pt idx="44">
                  <c:v>6514</c:v>
                </c:pt>
                <c:pt idx="45">
                  <c:v>4915</c:v>
                </c:pt>
                <c:pt idx="46">
                  <c:v>565</c:v>
                </c:pt>
                <c:pt idx="47">
                  <c:v>6916</c:v>
                </c:pt>
                <c:pt idx="48">
                  <c:v>1659</c:v>
                </c:pt>
                <c:pt idx="49">
                  <c:v>2902</c:v>
                </c:pt>
                <c:pt idx="50">
                  <c:v>1344</c:v>
                </c:pt>
                <c:pt idx="51">
                  <c:v>8188</c:v>
                </c:pt>
                <c:pt idx="52">
                  <c:v>2170</c:v>
                </c:pt>
                <c:pt idx="53">
                  <c:v>19944</c:v>
                </c:pt>
                <c:pt idx="54">
                  <c:v>3610</c:v>
                </c:pt>
                <c:pt idx="55">
                  <c:v>5178</c:v>
                </c:pt>
                <c:pt idx="56">
                  <c:v>1827</c:v>
                </c:pt>
                <c:pt idx="57">
                  <c:v>8351</c:v>
                </c:pt>
                <c:pt idx="58">
                  <c:v>1431</c:v>
                </c:pt>
                <c:pt idx="59">
                  <c:v>35908</c:v>
                </c:pt>
                <c:pt idx="60">
                  <c:v>8115</c:v>
                </c:pt>
                <c:pt idx="61">
                  <c:v>1402</c:v>
                </c:pt>
                <c:pt idx="62">
                  <c:v>1485</c:v>
                </c:pt>
                <c:pt idx="63">
                  <c:v>5087</c:v>
                </c:pt>
                <c:pt idx="64">
                  <c:v>1775</c:v>
                </c:pt>
                <c:pt idx="65">
                  <c:v>1846</c:v>
                </c:pt>
                <c:pt idx="66">
                  <c:v>936</c:v>
                </c:pt>
                <c:pt idx="67">
                  <c:v>4886</c:v>
                </c:pt>
                <c:pt idx="68">
                  <c:v>1242</c:v>
                </c:pt>
                <c:pt idx="69">
                  <c:v>5683</c:v>
                </c:pt>
                <c:pt idx="70">
                  <c:v>1518</c:v>
                </c:pt>
                <c:pt idx="71">
                  <c:v>2158</c:v>
                </c:pt>
                <c:pt idx="72">
                  <c:v>927</c:v>
                </c:pt>
                <c:pt idx="73">
                  <c:v>5279</c:v>
                </c:pt>
                <c:pt idx="74">
                  <c:v>2071</c:v>
                </c:pt>
                <c:pt idx="75">
                  <c:v>22321</c:v>
                </c:pt>
                <c:pt idx="76">
                  <c:v>1345</c:v>
                </c:pt>
                <c:pt idx="77">
                  <c:v>2384</c:v>
                </c:pt>
                <c:pt idx="78">
                  <c:v>1257</c:v>
                </c:pt>
                <c:pt idx="79">
                  <c:v>6653</c:v>
                </c:pt>
                <c:pt idx="80">
                  <c:v>1942</c:v>
                </c:pt>
                <c:pt idx="81">
                  <c:v>25105</c:v>
                </c:pt>
                <c:pt idx="82">
                  <c:v>3010</c:v>
                </c:pt>
                <c:pt idx="83">
                  <c:v>526</c:v>
                </c:pt>
                <c:pt idx="84">
                  <c:v>442</c:v>
                </c:pt>
                <c:pt idx="85">
                  <c:v>2006</c:v>
                </c:pt>
                <c:pt idx="86">
                  <c:v>1269</c:v>
                </c:pt>
                <c:pt idx="87">
                  <c:v>14928</c:v>
                </c:pt>
                <c:pt idx="88">
                  <c:v>2998</c:v>
                </c:pt>
                <c:pt idx="89">
                  <c:v>16965</c:v>
                </c:pt>
                <c:pt idx="90">
                  <c:v>750</c:v>
                </c:pt>
                <c:pt idx="91">
                  <c:v>11950</c:v>
                </c:pt>
                <c:pt idx="92">
                  <c:v>831</c:v>
                </c:pt>
                <c:pt idx="93">
                  <c:v>4342</c:v>
                </c:pt>
                <c:pt idx="94">
                  <c:v>1472</c:v>
                </c:pt>
                <c:pt idx="95">
                  <c:v>3057</c:v>
                </c:pt>
                <c:pt idx="96">
                  <c:v>990</c:v>
                </c:pt>
                <c:pt idx="97">
                  <c:v>8805</c:v>
                </c:pt>
                <c:pt idx="98">
                  <c:v>1973</c:v>
                </c:pt>
                <c:pt idx="99">
                  <c:v>7100</c:v>
                </c:pt>
                <c:pt idx="100">
                  <c:v>1533</c:v>
                </c:pt>
                <c:pt idx="101">
                  <c:v>87361</c:v>
                </c:pt>
                <c:pt idx="102">
                  <c:v>6431</c:v>
                </c:pt>
                <c:pt idx="103">
                  <c:v>7537</c:v>
                </c:pt>
                <c:pt idx="104">
                  <c:v>1484</c:v>
                </c:pt>
                <c:pt idx="105">
                  <c:v>11428</c:v>
                </c:pt>
                <c:pt idx="106">
                  <c:v>1603</c:v>
                </c:pt>
                <c:pt idx="107">
                  <c:v>6330</c:v>
                </c:pt>
                <c:pt idx="108">
                  <c:v>1687</c:v>
                </c:pt>
                <c:pt idx="109">
                  <c:v>3291</c:v>
                </c:pt>
                <c:pt idx="110">
                  <c:v>1316</c:v>
                </c:pt>
                <c:pt idx="111">
                  <c:v>22046</c:v>
                </c:pt>
                <c:pt idx="112">
                  <c:v>1784</c:v>
                </c:pt>
                <c:pt idx="113">
                  <c:v>153287</c:v>
                </c:pt>
                <c:pt idx="114">
                  <c:v>24398</c:v>
                </c:pt>
                <c:pt idx="115">
                  <c:v>8225</c:v>
                </c:pt>
                <c:pt idx="116">
                  <c:v>502</c:v>
                </c:pt>
                <c:pt idx="117">
                  <c:v>756</c:v>
                </c:pt>
                <c:pt idx="118">
                  <c:v>363</c:v>
                </c:pt>
                <c:pt idx="119">
                  <c:v>992</c:v>
                </c:pt>
                <c:pt idx="120">
                  <c:v>1124</c:v>
                </c:pt>
                <c:pt idx="121">
                  <c:v>48124</c:v>
                </c:pt>
                <c:pt idx="122">
                  <c:v>6162</c:v>
                </c:pt>
                <c:pt idx="123">
                  <c:v>2718</c:v>
                </c:pt>
                <c:pt idx="124">
                  <c:v>768</c:v>
                </c:pt>
                <c:pt idx="125">
                  <c:v>4208</c:v>
                </c:pt>
                <c:pt idx="126">
                  <c:v>560</c:v>
                </c:pt>
                <c:pt idx="127">
                  <c:v>25094</c:v>
                </c:pt>
                <c:pt idx="128">
                  <c:v>1084</c:v>
                </c:pt>
                <c:pt idx="129">
                  <c:v>33698</c:v>
                </c:pt>
                <c:pt idx="130">
                  <c:v>4138</c:v>
                </c:pt>
                <c:pt idx="131">
                  <c:v>16943</c:v>
                </c:pt>
                <c:pt idx="132">
                  <c:v>1755</c:v>
                </c:pt>
                <c:pt idx="133">
                  <c:v>46648</c:v>
                </c:pt>
                <c:pt idx="134">
                  <c:v>1028</c:v>
                </c:pt>
                <c:pt idx="135">
                  <c:v>65379</c:v>
                </c:pt>
                <c:pt idx="136">
                  <c:v>3586</c:v>
                </c:pt>
                <c:pt idx="137">
                  <c:v>90590</c:v>
                </c:pt>
                <c:pt idx="138">
                  <c:v>2573</c:v>
                </c:pt>
                <c:pt idx="139">
                  <c:v>19121</c:v>
                </c:pt>
                <c:pt idx="140">
                  <c:v>2613</c:v>
                </c:pt>
                <c:pt idx="141">
                  <c:v>12800</c:v>
                </c:pt>
                <c:pt idx="142">
                  <c:v>739</c:v>
                </c:pt>
                <c:pt idx="143">
                  <c:v>4939</c:v>
                </c:pt>
                <c:pt idx="144">
                  <c:v>1324</c:v>
                </c:pt>
                <c:pt idx="145">
                  <c:v>37778</c:v>
                </c:pt>
                <c:pt idx="146">
                  <c:v>4331</c:v>
                </c:pt>
                <c:pt idx="147">
                  <c:v>41025</c:v>
                </c:pt>
                <c:pt idx="148">
                  <c:v>5261</c:v>
                </c:pt>
                <c:pt idx="149">
                  <c:v>35093</c:v>
                </c:pt>
                <c:pt idx="150">
                  <c:v>2799</c:v>
                </c:pt>
                <c:pt idx="151">
                  <c:v>12503</c:v>
                </c:pt>
                <c:pt idx="152">
                  <c:v>771</c:v>
                </c:pt>
                <c:pt idx="153">
                  <c:v>16784</c:v>
                </c:pt>
                <c:pt idx="154">
                  <c:v>2276</c:v>
                </c:pt>
                <c:pt idx="155">
                  <c:v>5375</c:v>
                </c:pt>
                <c:pt idx="156">
                  <c:v>1496</c:v>
                </c:pt>
                <c:pt idx="157">
                  <c:v>33873</c:v>
                </c:pt>
                <c:pt idx="158">
                  <c:v>1692</c:v>
                </c:pt>
                <c:pt idx="159">
                  <c:v>2697</c:v>
                </c:pt>
                <c:pt idx="160">
                  <c:v>452</c:v>
                </c:pt>
                <c:pt idx="161">
                  <c:v>67430</c:v>
                </c:pt>
                <c:pt idx="162">
                  <c:v>3338</c:v>
                </c:pt>
                <c:pt idx="163">
                  <c:v>44441</c:v>
                </c:pt>
                <c:pt idx="164">
                  <c:v>1388</c:v>
                </c:pt>
                <c:pt idx="165">
                  <c:v>18211</c:v>
                </c:pt>
                <c:pt idx="166">
                  <c:v>2576</c:v>
                </c:pt>
                <c:pt idx="167">
                  <c:v>3880</c:v>
                </c:pt>
                <c:pt idx="168">
                  <c:v>944</c:v>
                </c:pt>
                <c:pt idx="169">
                  <c:v>35460</c:v>
                </c:pt>
                <c:pt idx="170">
                  <c:v>1031</c:v>
                </c:pt>
                <c:pt idx="171">
                  <c:v>45586</c:v>
                </c:pt>
                <c:pt idx="172">
                  <c:v>6759</c:v>
                </c:pt>
                <c:pt idx="173">
                  <c:v>68686</c:v>
                </c:pt>
                <c:pt idx="174">
                  <c:v>35185</c:v>
                </c:pt>
                <c:pt idx="175">
                  <c:v>40116</c:v>
                </c:pt>
                <c:pt idx="176">
                  <c:v>11945</c:v>
                </c:pt>
                <c:pt idx="177">
                  <c:v>11666</c:v>
                </c:pt>
                <c:pt idx="178">
                  <c:v>4302</c:v>
                </c:pt>
                <c:pt idx="179">
                  <c:v>12115</c:v>
                </c:pt>
                <c:pt idx="180">
                  <c:v>3372</c:v>
                </c:pt>
                <c:pt idx="181">
                  <c:v>12333</c:v>
                </c:pt>
                <c:pt idx="182">
                  <c:v>2286</c:v>
                </c:pt>
                <c:pt idx="183">
                  <c:v>57325</c:v>
                </c:pt>
                <c:pt idx="184">
                  <c:v>6851</c:v>
                </c:pt>
                <c:pt idx="185">
                  <c:v>3863</c:v>
                </c:pt>
                <c:pt idx="186">
                  <c:v>1039</c:v>
                </c:pt>
                <c:pt idx="187">
                  <c:v>16714</c:v>
                </c:pt>
                <c:pt idx="188">
                  <c:v>886</c:v>
                </c:pt>
                <c:pt idx="189">
                  <c:v>13175</c:v>
                </c:pt>
                <c:pt idx="190">
                  <c:v>804</c:v>
                </c:pt>
                <c:pt idx="191">
                  <c:v>28644</c:v>
                </c:pt>
                <c:pt idx="192">
                  <c:v>633</c:v>
                </c:pt>
                <c:pt idx="193">
                  <c:v>10024</c:v>
                </c:pt>
                <c:pt idx="194">
                  <c:v>942</c:v>
                </c:pt>
                <c:pt idx="195">
                  <c:v>17794</c:v>
                </c:pt>
                <c:pt idx="196">
                  <c:v>992</c:v>
                </c:pt>
                <c:pt idx="197">
                  <c:v>2353</c:v>
                </c:pt>
                <c:pt idx="198">
                  <c:v>457</c:v>
                </c:pt>
                <c:pt idx="199">
                  <c:v>30297</c:v>
                </c:pt>
                <c:pt idx="200">
                  <c:v>4485</c:v>
                </c:pt>
                <c:pt idx="201">
                  <c:v>79610</c:v>
                </c:pt>
                <c:pt idx="202">
                  <c:v>12107</c:v>
                </c:pt>
                <c:pt idx="203">
                  <c:v>83508</c:v>
                </c:pt>
                <c:pt idx="204">
                  <c:v>1922</c:v>
                </c:pt>
                <c:pt idx="205">
                  <c:v>575</c:v>
                </c:pt>
                <c:pt idx="206">
                  <c:v>3484</c:v>
                </c:pt>
                <c:pt idx="207">
                  <c:v>536</c:v>
                </c:pt>
                <c:pt idx="208">
                  <c:v>88757</c:v>
                </c:pt>
                <c:pt idx="209">
                  <c:v>1731</c:v>
                </c:pt>
                <c:pt idx="210">
                  <c:v>50210</c:v>
                </c:pt>
                <c:pt idx="211">
                  <c:v>2270</c:v>
                </c:pt>
                <c:pt idx="212">
                  <c:v>28474</c:v>
                </c:pt>
                <c:pt idx="213">
                  <c:v>636</c:v>
                </c:pt>
                <c:pt idx="214">
                  <c:v>46442</c:v>
                </c:pt>
                <c:pt idx="215">
                  <c:v>3781</c:v>
                </c:pt>
                <c:pt idx="216">
                  <c:v>31406</c:v>
                </c:pt>
                <c:pt idx="217">
                  <c:v>1008</c:v>
                </c:pt>
                <c:pt idx="218">
                  <c:v>18925</c:v>
                </c:pt>
                <c:pt idx="219">
                  <c:v>3947</c:v>
                </c:pt>
                <c:pt idx="220">
                  <c:v>19670</c:v>
                </c:pt>
                <c:pt idx="221">
                  <c:v>1708</c:v>
                </c:pt>
                <c:pt idx="222">
                  <c:v>10728</c:v>
                </c:pt>
                <c:pt idx="223">
                  <c:v>1221</c:v>
                </c:pt>
                <c:pt idx="224">
                  <c:v>11339</c:v>
                </c:pt>
                <c:pt idx="225">
                  <c:v>1061</c:v>
                </c:pt>
                <c:pt idx="226">
                  <c:v>26805</c:v>
                </c:pt>
                <c:pt idx="227">
                  <c:v>5491</c:v>
                </c:pt>
                <c:pt idx="228">
                  <c:v>18024</c:v>
                </c:pt>
                <c:pt idx="229">
                  <c:v>1723</c:v>
                </c:pt>
                <c:pt idx="230">
                  <c:v>34607</c:v>
                </c:pt>
                <c:pt idx="231">
                  <c:v>2344</c:v>
                </c:pt>
                <c:pt idx="232">
                  <c:v>14692</c:v>
                </c:pt>
                <c:pt idx="233">
                  <c:v>611</c:v>
                </c:pt>
                <c:pt idx="234">
                  <c:v>4477</c:v>
                </c:pt>
                <c:pt idx="235">
                  <c:v>461</c:v>
                </c:pt>
                <c:pt idx="236">
                  <c:v>8430</c:v>
                </c:pt>
                <c:pt idx="237">
                  <c:v>852</c:v>
                </c:pt>
                <c:pt idx="238">
                  <c:v>1948</c:v>
                </c:pt>
                <c:pt idx="239">
                  <c:v>443</c:v>
                </c:pt>
                <c:pt idx="240">
                  <c:v>3809</c:v>
                </c:pt>
                <c:pt idx="241">
                  <c:v>389</c:v>
                </c:pt>
                <c:pt idx="242">
                  <c:v>34844</c:v>
                </c:pt>
                <c:pt idx="243">
                  <c:v>2308</c:v>
                </c:pt>
                <c:pt idx="244">
                  <c:v>54620</c:v>
                </c:pt>
                <c:pt idx="245">
                  <c:v>2293</c:v>
                </c:pt>
                <c:pt idx="246">
                  <c:v>17722</c:v>
                </c:pt>
                <c:pt idx="247">
                  <c:v>1068</c:v>
                </c:pt>
                <c:pt idx="248">
                  <c:v>6284</c:v>
                </c:pt>
                <c:pt idx="249">
                  <c:v>766</c:v>
                </c:pt>
                <c:pt idx="250">
                  <c:v>11488</c:v>
                </c:pt>
                <c:pt idx="251">
                  <c:v>891</c:v>
                </c:pt>
                <c:pt idx="252">
                  <c:v>15295</c:v>
                </c:pt>
                <c:pt idx="253">
                  <c:v>465</c:v>
                </c:pt>
                <c:pt idx="254">
                  <c:v>5479</c:v>
                </c:pt>
                <c:pt idx="255">
                  <c:v>1083</c:v>
                </c:pt>
                <c:pt idx="256">
                  <c:v>18534</c:v>
                </c:pt>
                <c:pt idx="257">
                  <c:v>1594</c:v>
                </c:pt>
                <c:pt idx="258">
                  <c:v>68930</c:v>
                </c:pt>
                <c:pt idx="259">
                  <c:v>9817</c:v>
                </c:pt>
                <c:pt idx="260">
                  <c:v>10100</c:v>
                </c:pt>
                <c:pt idx="261">
                  <c:v>1869</c:v>
                </c:pt>
                <c:pt idx="262">
                  <c:v>16788</c:v>
                </c:pt>
                <c:pt idx="263">
                  <c:v>1199</c:v>
                </c:pt>
                <c:pt idx="264">
                  <c:v>61921</c:v>
                </c:pt>
                <c:pt idx="265">
                  <c:v>5606</c:v>
                </c:pt>
                <c:pt idx="266">
                  <c:v>62812</c:v>
                </c:pt>
                <c:pt idx="267">
                  <c:v>2067</c:v>
                </c:pt>
                <c:pt idx="268">
                  <c:v>5248</c:v>
                </c:pt>
                <c:pt idx="269">
                  <c:v>41360</c:v>
                </c:pt>
                <c:pt idx="270">
                  <c:v>2944</c:v>
                </c:pt>
                <c:pt idx="271">
                  <c:v>55522</c:v>
                </c:pt>
                <c:pt idx="272">
                  <c:v>5037</c:v>
                </c:pt>
                <c:pt idx="273">
                  <c:v>52304</c:v>
                </c:pt>
                <c:pt idx="274">
                  <c:v>1133</c:v>
                </c:pt>
                <c:pt idx="275">
                  <c:v>45608</c:v>
                </c:pt>
                <c:pt idx="276">
                  <c:v>704</c:v>
                </c:pt>
                <c:pt idx="277">
                  <c:v>18891</c:v>
                </c:pt>
                <c:pt idx="278">
                  <c:v>1288</c:v>
                </c:pt>
                <c:pt idx="279">
                  <c:v>7220</c:v>
                </c:pt>
                <c:pt idx="280">
                  <c:v>803</c:v>
                </c:pt>
                <c:pt idx="281">
                  <c:v>77365</c:v>
                </c:pt>
                <c:pt idx="282">
                  <c:v>2192</c:v>
                </c:pt>
                <c:pt idx="283">
                  <c:v>80962</c:v>
                </c:pt>
                <c:pt idx="284">
                  <c:v>4251</c:v>
                </c:pt>
                <c:pt idx="285">
                  <c:v>30566</c:v>
                </c:pt>
                <c:pt idx="286">
                  <c:v>2213</c:v>
                </c:pt>
                <c:pt idx="287">
                  <c:v>5005</c:v>
                </c:pt>
                <c:pt idx="288">
                  <c:v>1202</c:v>
                </c:pt>
                <c:pt idx="289">
                  <c:v>6505</c:v>
                </c:pt>
                <c:pt idx="290">
                  <c:v>1000</c:v>
                </c:pt>
                <c:pt idx="291">
                  <c:v>21732</c:v>
                </c:pt>
                <c:pt idx="292">
                  <c:v>721</c:v>
                </c:pt>
                <c:pt idx="293">
                  <c:v>15970</c:v>
                </c:pt>
                <c:pt idx="294">
                  <c:v>2070</c:v>
                </c:pt>
                <c:pt idx="295">
                  <c:v>11703</c:v>
                </c:pt>
                <c:pt idx="296">
                  <c:v>894</c:v>
                </c:pt>
                <c:pt idx="297">
                  <c:v>26017</c:v>
                </c:pt>
                <c:pt idx="298">
                  <c:v>2262</c:v>
                </c:pt>
                <c:pt idx="299">
                  <c:v>49281</c:v>
                </c:pt>
                <c:pt idx="300">
                  <c:v>10395</c:v>
                </c:pt>
                <c:pt idx="301">
                  <c:v>1059</c:v>
                </c:pt>
                <c:pt idx="302">
                  <c:v>1952</c:v>
                </c:pt>
                <c:pt idx="303">
                  <c:v>2763</c:v>
                </c:pt>
                <c:pt idx="304">
                  <c:v>4920</c:v>
                </c:pt>
                <c:pt idx="305">
                  <c:v>1947</c:v>
                </c:pt>
                <c:pt idx="306">
                  <c:v>29952</c:v>
                </c:pt>
                <c:pt idx="307">
                  <c:v>1659</c:v>
                </c:pt>
                <c:pt idx="308">
                  <c:v>36836</c:v>
                </c:pt>
                <c:pt idx="309">
                  <c:v>6424</c:v>
                </c:pt>
                <c:pt idx="310">
                  <c:v>46072</c:v>
                </c:pt>
                <c:pt idx="311">
                  <c:v>6142</c:v>
                </c:pt>
                <c:pt idx="312">
                  <c:v>6017</c:v>
                </c:pt>
                <c:pt idx="313">
                  <c:v>1568</c:v>
                </c:pt>
                <c:pt idx="314">
                  <c:v>1474</c:v>
                </c:pt>
                <c:pt idx="315">
                  <c:v>682</c:v>
                </c:pt>
                <c:pt idx="316">
                  <c:v>22867</c:v>
                </c:pt>
                <c:pt idx="317">
                  <c:v>2621</c:v>
                </c:pt>
                <c:pt idx="318">
                  <c:v>5250</c:v>
                </c:pt>
                <c:pt idx="319">
                  <c:v>1471</c:v>
                </c:pt>
                <c:pt idx="320">
                  <c:v>7346</c:v>
                </c:pt>
                <c:pt idx="321">
                  <c:v>1667</c:v>
                </c:pt>
                <c:pt idx="322">
                  <c:v>15144</c:v>
                </c:pt>
                <c:pt idx="323">
                  <c:v>1021</c:v>
                </c:pt>
                <c:pt idx="324">
                  <c:v>6382</c:v>
                </c:pt>
                <c:pt idx="325">
                  <c:v>2992</c:v>
                </c:pt>
                <c:pt idx="326">
                  <c:v>14566</c:v>
                </c:pt>
                <c:pt idx="327">
                  <c:v>2450</c:v>
                </c:pt>
                <c:pt idx="328">
                  <c:v>1536</c:v>
                </c:pt>
                <c:pt idx="329">
                  <c:v>127365</c:v>
                </c:pt>
                <c:pt idx="330">
                  <c:v>24807</c:v>
                </c:pt>
                <c:pt idx="331">
                  <c:v>15640</c:v>
                </c:pt>
                <c:pt idx="332">
                  <c:v>4610</c:v>
                </c:pt>
                <c:pt idx="333">
                  <c:v>35791</c:v>
                </c:pt>
                <c:pt idx="334">
                  <c:v>3055</c:v>
                </c:pt>
                <c:pt idx="335">
                  <c:v>66892</c:v>
                </c:pt>
                <c:pt idx="336">
                  <c:v>3905</c:v>
                </c:pt>
                <c:pt idx="337">
                  <c:v>21343</c:v>
                </c:pt>
                <c:pt idx="338">
                  <c:v>5610</c:v>
                </c:pt>
                <c:pt idx="339">
                  <c:v>16551</c:v>
                </c:pt>
                <c:pt idx="340">
                  <c:v>1323</c:v>
                </c:pt>
                <c:pt idx="341">
                  <c:v>11087</c:v>
                </c:pt>
                <c:pt idx="342">
                  <c:v>553</c:v>
                </c:pt>
                <c:pt idx="343">
                  <c:v>18327</c:v>
                </c:pt>
                <c:pt idx="344">
                  <c:v>2087</c:v>
                </c:pt>
                <c:pt idx="345">
                  <c:v>19994</c:v>
                </c:pt>
                <c:pt idx="346">
                  <c:v>4874</c:v>
                </c:pt>
                <c:pt idx="347">
                  <c:v>53694</c:v>
                </c:pt>
                <c:pt idx="348">
                  <c:v>5626</c:v>
                </c:pt>
                <c:pt idx="349">
                  <c:v>85398</c:v>
                </c:pt>
                <c:pt idx="350">
                  <c:v>8342</c:v>
                </c:pt>
                <c:pt idx="351">
                  <c:v>9918</c:v>
                </c:pt>
                <c:pt idx="352">
                  <c:v>1665</c:v>
                </c:pt>
                <c:pt idx="353">
                  <c:v>30389</c:v>
                </c:pt>
                <c:pt idx="354">
                  <c:v>1045</c:v>
                </c:pt>
                <c:pt idx="355">
                  <c:v>3934</c:v>
                </c:pt>
                <c:pt idx="356">
                  <c:v>1184</c:v>
                </c:pt>
                <c:pt idx="357">
                  <c:v>4777</c:v>
                </c:pt>
                <c:pt idx="358">
                  <c:v>27982</c:v>
                </c:pt>
                <c:pt idx="359">
                  <c:v>6133</c:v>
                </c:pt>
                <c:pt idx="360">
                  <c:v>42212</c:v>
                </c:pt>
                <c:pt idx="361">
                  <c:v>4000</c:v>
                </c:pt>
                <c:pt idx="362">
                  <c:v>9415</c:v>
                </c:pt>
                <c:pt idx="363">
                  <c:v>1428</c:v>
                </c:pt>
                <c:pt idx="364">
                  <c:v>6806</c:v>
                </c:pt>
                <c:pt idx="365">
                  <c:v>3512</c:v>
                </c:pt>
                <c:pt idx="366">
                  <c:v>8111</c:v>
                </c:pt>
                <c:pt idx="367">
                  <c:v>2331</c:v>
                </c:pt>
                <c:pt idx="368">
                  <c:v>9253</c:v>
                </c:pt>
                <c:pt idx="369">
                  <c:v>901</c:v>
                </c:pt>
                <c:pt idx="370">
                  <c:v>3677</c:v>
                </c:pt>
                <c:pt idx="371">
                  <c:v>609</c:v>
                </c:pt>
                <c:pt idx="372">
                  <c:v>3280</c:v>
                </c:pt>
                <c:pt idx="373">
                  <c:v>1129</c:v>
                </c:pt>
                <c:pt idx="374">
                  <c:v>17176</c:v>
                </c:pt>
                <c:pt idx="375">
                  <c:v>949</c:v>
                </c:pt>
                <c:pt idx="376">
                  <c:v>6357</c:v>
                </c:pt>
                <c:pt idx="377">
                  <c:v>849</c:v>
                </c:pt>
                <c:pt idx="378">
                  <c:v>1298</c:v>
                </c:pt>
                <c:pt idx="379">
                  <c:v>684</c:v>
                </c:pt>
                <c:pt idx="380">
                  <c:v>12261</c:v>
                </c:pt>
                <c:pt idx="381">
                  <c:v>2791</c:v>
                </c:pt>
                <c:pt idx="382">
                  <c:v>1045</c:v>
                </c:pt>
                <c:pt idx="383">
                  <c:v>755</c:v>
                </c:pt>
                <c:pt idx="384">
                  <c:v>1795</c:v>
                </c:pt>
                <c:pt idx="385">
                  <c:v>3816</c:v>
                </c:pt>
                <c:pt idx="386">
                  <c:v>20023</c:v>
                </c:pt>
                <c:pt idx="387">
                  <c:v>2177</c:v>
                </c:pt>
                <c:pt idx="388">
                  <c:v>102058</c:v>
                </c:pt>
                <c:pt idx="389">
                  <c:v>15851</c:v>
                </c:pt>
                <c:pt idx="390">
                  <c:v>18106</c:v>
                </c:pt>
                <c:pt idx="391">
                  <c:v>2816</c:v>
                </c:pt>
                <c:pt idx="392">
                  <c:v>15015</c:v>
                </c:pt>
                <c:pt idx="393">
                  <c:v>685</c:v>
                </c:pt>
                <c:pt idx="394">
                  <c:v>29050</c:v>
                </c:pt>
                <c:pt idx="395">
                  <c:v>2923</c:v>
                </c:pt>
                <c:pt idx="396">
                  <c:v>55127</c:v>
                </c:pt>
                <c:pt idx="397">
                  <c:v>5723</c:v>
                </c:pt>
                <c:pt idx="398">
                  <c:v>931</c:v>
                </c:pt>
                <c:pt idx="399">
                  <c:v>608</c:v>
                </c:pt>
                <c:pt idx="400">
                  <c:v>27968</c:v>
                </c:pt>
                <c:pt idx="401">
                  <c:v>6130</c:v>
                </c:pt>
                <c:pt idx="402">
                  <c:v>49250</c:v>
                </c:pt>
                <c:pt idx="403">
                  <c:v>6637</c:v>
                </c:pt>
                <c:pt idx="404">
                  <c:v>1376</c:v>
                </c:pt>
                <c:pt idx="405">
                  <c:v>609</c:v>
                </c:pt>
                <c:pt idx="406">
                  <c:v>18129</c:v>
                </c:pt>
                <c:pt idx="407">
                  <c:v>2000</c:v>
                </c:pt>
                <c:pt idx="408">
                  <c:v>5987</c:v>
                </c:pt>
                <c:pt idx="409">
                  <c:v>1727</c:v>
                </c:pt>
                <c:pt idx="410">
                  <c:v>1106</c:v>
                </c:pt>
                <c:pt idx="411">
                  <c:v>868</c:v>
                </c:pt>
                <c:pt idx="412">
                  <c:v>14905</c:v>
                </c:pt>
                <c:pt idx="413">
                  <c:v>4465</c:v>
                </c:pt>
                <c:pt idx="414">
                  <c:v>4254</c:v>
                </c:pt>
                <c:pt idx="415">
                  <c:v>1530</c:v>
                </c:pt>
                <c:pt idx="416">
                  <c:v>44711</c:v>
                </c:pt>
                <c:pt idx="417">
                  <c:v>9124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EA05-4EA0-9775-4A0356EB2F3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965048480"/>
        <c:axId val="727007648"/>
      </c:scatterChart>
      <c:valAx>
        <c:axId val="9650484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Сумма</a:t>
                </a:r>
                <a:r>
                  <a:rPr lang="ru-RU" baseline="0"/>
                  <a:t> вероятности на первых 5 токенах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727007648"/>
        <c:crosses val="autoZero"/>
        <c:crossBetween val="midCat"/>
      </c:valAx>
      <c:valAx>
        <c:axId val="72700764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ru-RU"/>
                  <a:t>Количество входных символов</a:t>
                </a:r>
                <a:endParaRPr lang="en-US"/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ru-RU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ru-RU"/>
          </a:p>
        </c:txPr>
        <c:crossAx val="965048480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 algn="just">
        <a:defRPr/>
      </a:pPr>
      <a:endParaRPr lang="ru-RU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306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7182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2144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038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34876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98840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4927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34860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5388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9607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015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409575" y="-3572"/>
            <a:ext cx="3761184" cy="5147072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96301" y="1035052"/>
            <a:ext cx="6430967" cy="1962149"/>
          </a:xfrm>
        </p:spPr>
        <p:txBody>
          <a:bodyPr anchor="b">
            <a:normAutofit/>
          </a:bodyPr>
          <a:lstStyle>
            <a:lvl1pPr algn="r">
              <a:defRPr sz="45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86533" y="2997200"/>
            <a:ext cx="5240734" cy="1041401"/>
          </a:xfrm>
        </p:spPr>
        <p:txBody>
          <a:bodyPr anchor="t">
            <a:normAutofit/>
          </a:bodyPr>
          <a:lstStyle>
            <a:lvl1pPr marL="0" indent="0" algn="r">
              <a:buNone/>
              <a:defRPr sz="1575">
                <a:solidFill>
                  <a:schemeClr val="tx1"/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99309" y="4412457"/>
            <a:ext cx="3243033" cy="273844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644293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13893" y="4400349"/>
            <a:ext cx="413375" cy="273844"/>
          </a:xfrm>
        </p:spPr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990378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9210" y="2000249"/>
            <a:ext cx="6698060" cy="1582787"/>
          </a:xfrm>
        </p:spPr>
        <p:txBody>
          <a:bodyPr anchor="b"/>
          <a:lstStyle>
            <a:lvl1pPr algn="r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9209" y="3583036"/>
            <a:ext cx="6698061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71563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13235" y="2000250"/>
            <a:ext cx="3671291" cy="2343151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5975" y="2000250"/>
            <a:ext cx="3671292" cy="2343150"/>
          </a:xfrm>
        </p:spPr>
        <p:txBody>
          <a:bodyPr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311792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134" y="1993900"/>
            <a:ext cx="3455391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233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366" y="2000250"/>
            <a:ext cx="3466903" cy="432197"/>
          </a:xfrm>
        </p:spPr>
        <p:txBody>
          <a:bodyPr anchor="b">
            <a:noAutofit/>
          </a:bodyPr>
          <a:lstStyle>
            <a:lvl1pPr marL="0" indent="0">
              <a:buNone/>
              <a:defRPr sz="2100" b="0">
                <a:solidFill>
                  <a:schemeClr val="accent1">
                    <a:lumMod val="7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5975" y="2501503"/>
            <a:ext cx="3671292" cy="1841897"/>
          </a:xfrm>
        </p:spPr>
        <p:txBody>
          <a:bodyPr anchor="t">
            <a:normAutofit/>
          </a:bodyPr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900"/>
            </a:lvl4pPr>
            <a:lvl5pPr>
              <a:defRPr sz="900"/>
            </a:lvl5pPr>
            <a:lvl6pPr>
              <a:defRPr sz="900"/>
            </a:lvl6pPr>
            <a:lvl7pPr>
              <a:defRPr sz="900"/>
            </a:lvl7pPr>
            <a:lvl8pPr>
              <a:defRPr sz="900"/>
            </a:lvl8pPr>
            <a:lvl9pPr>
              <a:defRPr sz="9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5254122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44002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355261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1200150"/>
            <a:ext cx="2661841" cy="1028700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6525" y="514350"/>
            <a:ext cx="4680743" cy="3829051"/>
          </a:xfrm>
        </p:spPr>
        <p:txBody>
          <a:bodyPr anchor="ctr">
            <a:normAutofit/>
          </a:bodyPr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2228850"/>
            <a:ext cx="2661841" cy="1371600"/>
          </a:xfrm>
        </p:spPr>
        <p:txBody>
          <a:bodyPr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0347070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043" y="1314449"/>
            <a:ext cx="4069619" cy="1028700"/>
          </a:xfrm>
        </p:spPr>
        <p:txBody>
          <a:bodyPr anchor="b">
            <a:normAutofit/>
          </a:bodyPr>
          <a:lstStyle>
            <a:lvl1pPr algn="ctr">
              <a:defRPr sz="21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6011" y="685800"/>
            <a:ext cx="2460731" cy="3429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043" y="2343149"/>
            <a:ext cx="4069619" cy="1371600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167258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4" y="3549649"/>
            <a:ext cx="7514033" cy="425054"/>
          </a:xfrm>
        </p:spPr>
        <p:txBody>
          <a:bodyPr anchor="b">
            <a:normAutofit/>
          </a:bodyPr>
          <a:lstStyle>
            <a:lvl1pPr algn="ctr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509" y="699084"/>
            <a:ext cx="6169458" cy="2373732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234" y="3974702"/>
            <a:ext cx="7514033" cy="370284"/>
          </a:xfrm>
        </p:spPr>
        <p:txBody>
          <a:bodyPr>
            <a:normAutofit/>
          </a:bodyPr>
          <a:lstStyle>
            <a:lvl1pPr marL="0" indent="0" algn="ctr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33514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3" cy="2286000"/>
          </a:xfrm>
        </p:spPr>
        <p:txBody>
          <a:bodyPr anchor="ctr">
            <a:normAutofit/>
          </a:bodyPr>
          <a:lstStyle>
            <a:lvl1pPr algn="ct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81853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827609" y="2571749"/>
            <a:ext cx="6399611" cy="28575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350"/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3" cy="108585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26269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2481436"/>
            <a:ext cx="7514032" cy="1101600"/>
          </a:xfrm>
        </p:spPr>
        <p:txBody>
          <a:bodyPr anchor="b">
            <a:normAutofit/>
          </a:bodyPr>
          <a:lstStyle>
            <a:lvl1pPr algn="r">
              <a:defRPr sz="2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3036"/>
            <a:ext cx="7514033" cy="645300"/>
          </a:xfrm>
        </p:spPr>
        <p:txBody>
          <a:bodyPr anchor="t">
            <a:normAutofit/>
          </a:bodyPr>
          <a:lstStyle>
            <a:lvl1pPr marL="0" indent="0" algn="r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9295389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198959" y="64726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6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0069" y="2114549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6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56159" y="514351"/>
            <a:ext cx="6742509" cy="2057399"/>
          </a:xfrm>
        </p:spPr>
        <p:txBody>
          <a:bodyPr anchor="ctr">
            <a:normAutofit/>
          </a:bodyPr>
          <a:lstStyle>
            <a:lvl1pPr algn="ctr">
              <a:defRPr sz="24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5" y="2914650"/>
            <a:ext cx="7514033" cy="66675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1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581400"/>
            <a:ext cx="7514033" cy="762000"/>
          </a:xfrm>
        </p:spPr>
        <p:txBody>
          <a:bodyPr anchor="t">
            <a:normAutofit/>
          </a:bodyPr>
          <a:lstStyle>
            <a:lvl1pPr marL="0" indent="0" algn="r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5807613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235" y="514350"/>
            <a:ext cx="7514034" cy="2045494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234" y="2628900"/>
            <a:ext cx="7514035" cy="62865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1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4" y="3257550"/>
            <a:ext cx="7514035" cy="1085850"/>
          </a:xfrm>
        </p:spPr>
        <p:txBody>
          <a:bodyPr anchor="t">
            <a:normAutofit/>
          </a:bodyPr>
          <a:lstStyle>
            <a:lvl1pPr marL="0" indent="0" algn="l">
              <a:buNone/>
              <a:defRPr sz="1350">
                <a:solidFill>
                  <a:schemeClr val="tx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6376459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4770552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99492" y="514350"/>
            <a:ext cx="1327777" cy="38290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234" y="514350"/>
            <a:ext cx="6014807" cy="382905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73580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773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13109" y="0"/>
            <a:ext cx="1827610" cy="51435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13234" y="514351"/>
            <a:ext cx="7514035" cy="131444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233" y="2000250"/>
            <a:ext cx="7514035" cy="2343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9492" y="4412457"/>
            <a:ext cx="8572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764DE79-268F-4C1A-8933-263129D2AF90}" type="datetimeFigureOut">
              <a:rPr lang="en-US" smtClean="0"/>
              <a:t>4/30/2026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9210" y="4412457"/>
            <a:ext cx="531313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13893" y="4412457"/>
            <a:ext cx="41337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5638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  <p:sldLayoutId id="2147483676" r:id="rId13"/>
    <p:sldLayoutId id="2147483677" r:id="rId14"/>
    <p:sldLayoutId id="2147483678" r:id="rId15"/>
    <p:sldLayoutId id="2147483679" r:id="rId16"/>
    <p:sldLayoutId id="2147483680" r:id="rId17"/>
    <p:sldLayoutId id="2147483681" r:id="rId18"/>
  </p:sldLayoutIdLst>
  <p:hf sldNum="0" hdr="0" ftr="0" dt="0"/>
  <p:txStyles>
    <p:titleStyle>
      <a:lvl1pPr algn="ctr" defTabSz="342900" rtl="0" eaLnBrk="1" latinLnBrk="0" hangingPunct="1">
        <a:spcBef>
          <a:spcPct val="0"/>
        </a:spcBef>
        <a:buNone/>
        <a:defRPr sz="3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143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5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900113" indent="-214313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3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1572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00188" indent="-128588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ct val="20000"/>
        </a:spcBef>
        <a:spcAft>
          <a:spcPts val="45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05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hyperlink" Target="https://arxiv.org/abs/1803.02155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hyperlink" Target="https://arxiv.org/abs/1706.03762" TargetMode="Externa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1803.02155" TargetMode="External"/><Relationship Id="rId3" Type="http://schemas.openxmlformats.org/officeDocument/2006/relationships/image" Target="../media/image5.png"/><Relationship Id="rId7" Type="http://schemas.openxmlformats.org/officeDocument/2006/relationships/hyperlink" Target="https://arxiv.org/abs/1706.0376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6.03762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8.png"/><Relationship Id="rId4" Type="http://schemas.openxmlformats.org/officeDocument/2006/relationships/hyperlink" Target="https://arxiv.org/abs/1803.02155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1706.03762" TargetMode="External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6" Type="http://schemas.microsoft.com/office/2007/relationships/hdphoto" Target="../media/hdphoto2.wdp"/><Relationship Id="rId5" Type="http://schemas.openxmlformats.org/officeDocument/2006/relationships/image" Target="../media/image9.png"/><Relationship Id="rId4" Type="http://schemas.openxmlformats.org/officeDocument/2006/relationships/hyperlink" Target="https://arxiv.org/abs/1803.02155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3.png"/><Relationship Id="rId4" Type="http://schemas.microsoft.com/office/2007/relationships/hdphoto" Target="../media/hdphoto3.wdp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4.pn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5.png"/><Relationship Id="rId4" Type="http://schemas.microsoft.com/office/2007/relationships/hdphoto" Target="../media/hdphoto1.wdp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99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1062842" y="0"/>
            <a:ext cx="842673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3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 зависимости времени и качества ответа локальной LLM от размера контекста на примере Qwen3 </a:t>
            </a:r>
            <a:r>
              <a:rPr lang="ru-RU" sz="320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</a:t>
            </a:r>
            <a:r>
              <a:rPr lang="ru-RU" sz="3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3200" b="1" dirty="0" err="1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r>
              <a:rPr lang="ru-RU" sz="32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Q4 K_M</a:t>
            </a:r>
            <a:endParaRPr lang="en-US" sz="3200" dirty="0">
              <a:solidFill>
                <a:srgbClr val="FF0000"/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7416932" y="162914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В. Г. Буйкевич</a:t>
            </a:r>
            <a:endParaRPr lang="en-US" sz="1600" dirty="0">
              <a:solidFill>
                <a:srgbClr val="FF0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0" y="1953259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accent3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Полоцкий государственный университет имени Евфросинии Полоцкой</a:t>
            </a:r>
            <a:endParaRPr lang="en-US" sz="13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9372600" y="2283458"/>
            <a:ext cx="1600200" cy="365760"/>
          </a:xfrm>
          <a:prstGeom prst="roundRect">
            <a:avLst>
              <a:gd name="adj" fmla="val 3333"/>
            </a:avLst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91439511-120F-4A18-BE83-67BBC229AE69}"/>
              </a:ext>
            </a:extLst>
          </p:cNvPr>
          <p:cNvSpPr/>
          <p:nvPr/>
        </p:nvSpPr>
        <p:spPr>
          <a:xfrm>
            <a:off x="457200" y="9579403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Рисунок 3. Прирост ячеек KV-кэша от длины промта</a:t>
            </a:r>
            <a:endParaRPr lang="en-US" sz="1000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DCAE1AC-59FE-4153-89F8-EB0EB755D4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830362"/>
            <a:ext cx="5943600" cy="3657599"/>
          </a:xfrm>
          <a:prstGeom prst="rect">
            <a:avLst/>
          </a:prstGeom>
          <a:ln w="12700" cap="sq">
            <a:solidFill>
              <a:srgbClr val="C00000"/>
            </a:solidFill>
            <a:prstDash val="solid"/>
            <a:miter lim="800000"/>
          </a:ln>
          <a:effectLst/>
        </p:spPr>
      </p:pic>
      <p:sp>
        <p:nvSpPr>
          <p:cNvPr id="21" name="Shape 4">
            <a:extLst>
              <a:ext uri="{FF2B5EF4-FFF2-40B4-BE49-F238E27FC236}">
                <a16:creationId xmlns:a16="http://schemas.microsoft.com/office/drawing/2014/main" id="{34519E3D-1171-4FFB-B343-ACEB51350F29}"/>
              </a:ext>
            </a:extLst>
          </p:cNvPr>
          <p:cNvSpPr/>
          <p:nvPr/>
        </p:nvSpPr>
        <p:spPr>
          <a:xfrm>
            <a:off x="9301087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11" name="Text 5">
            <a:extLst>
              <a:ext uri="{FF2B5EF4-FFF2-40B4-BE49-F238E27FC236}">
                <a16:creationId xmlns:a16="http://schemas.microsoft.com/office/drawing/2014/main" id="{31E2C04C-D472-4C4A-A196-FA1699CEC169}"/>
              </a:ext>
            </a:extLst>
          </p:cNvPr>
          <p:cNvSpPr/>
          <p:nvPr/>
        </p:nvSpPr>
        <p:spPr>
          <a:xfrm>
            <a:off x="9387840" y="781929"/>
            <a:ext cx="2011680" cy="498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Как машина понимает слова?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55C45427-75D1-4101-A516-39DE62E47F09}"/>
              </a:ext>
            </a:extLst>
          </p:cNvPr>
          <p:cNvSpPr/>
          <p:nvPr/>
        </p:nvSpPr>
        <p:spPr>
          <a:xfrm>
            <a:off x="9387840" y="1376289"/>
            <a:ext cx="2011680" cy="2967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основе генерации текста лежит вероятностный подход: модель последовательно предсказывает следующий токен, опираясь на предыдущий контекст. </a:t>
            </a: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 – это векторное представление слова. Для того что бы вычислять операции со словами, надо их представить в виде, который машина может понять. Поэтому каждое слово или его части представляют в виде числовой последовательности (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эмбэдинга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токенов).</a:t>
            </a:r>
          </a:p>
          <a:p>
            <a:endParaRPr lang="ru-RU" sz="11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1031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генерации текста в LLM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[Место для графика]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Рисунок 3 из статьи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781929"/>
            <a:ext cx="2011680" cy="498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Как машина понимает слова?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376289"/>
            <a:ext cx="2011680" cy="2967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основе генерации текста лежит вероятностный подход: модель последовательно предсказывает следующий токен, опираясь на предыдущий контекст. </a:t>
            </a: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 – это векторное представление слова. Для того что бы вычислять операции со словами, надо их представить в виде, который машина может понять. Поэтому каждое слово или его части представляют в виде числовой последовательности (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эмбэдинга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токенов).</a:t>
            </a:r>
          </a:p>
          <a:p>
            <a:endParaRPr lang="ru-RU" sz="11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</a:t>
            </a: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токенизации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3DABC2-45BA-4E3D-9DAD-60B0186806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2959"/>
            <a:ext cx="5943600" cy="3657599"/>
          </a:xfrm>
          <a:prstGeom prst="rect">
            <a:avLst/>
          </a:prstGeom>
          <a:ln w="12700" cap="sq">
            <a:solidFill>
              <a:srgbClr val="C00000"/>
            </a:solidFill>
            <a:prstDash val="solid"/>
            <a:miter lim="800000"/>
          </a:ln>
          <a:effectLst/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11FCD7CC-8012-468A-B31F-E7D5D71662E7}"/>
              </a:ext>
            </a:extLst>
          </p:cNvPr>
          <p:cNvSpPr/>
          <p:nvPr/>
        </p:nvSpPr>
        <p:spPr>
          <a:xfrm>
            <a:off x="457200" y="6156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Токенизатор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GPT-5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28923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1031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генерации текста в LLM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781929"/>
            <a:ext cx="2011680" cy="498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Как машина понимает слова?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376289"/>
            <a:ext cx="2011680" cy="2967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Входные данные подаются виде массива токенов. Текст может разбиваться на токены разными способами, но как правило для этого применяются специализированные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токенизаторы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вроде BRE,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GPT-5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токенизатора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b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Однако этого метода недостаточно, так как он не учитывает позиционирование этих слов.</a:t>
            </a:r>
            <a:endParaRPr lang="ru-RU" sz="11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  <a:p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15696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</a:t>
            </a: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токенизации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8A4CA2-E305-4238-BDA3-4EA22417ED64}"/>
              </a:ext>
            </a:extLst>
          </p:cNvPr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19000"/>
                    </a14:imgEffect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91540"/>
            <a:ext cx="5943600" cy="352044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>
              <a:schemeClr val="accent1">
                <a:alpha val="40000"/>
              </a:schemeClr>
            </a:glow>
            <a:softEdge rad="25400"/>
          </a:effectLst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6779D131-37DF-41FF-8778-697644A36D02}"/>
              </a:ext>
            </a:extLst>
          </p:cNvPr>
          <p:cNvSpPr/>
          <p:nvPr/>
        </p:nvSpPr>
        <p:spPr>
          <a:xfrm>
            <a:off x="609600" y="45491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Токенизатор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GPT-5</a:t>
            </a:r>
            <a:endParaRPr lang="en-US" sz="1000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F6FFF584-416B-4A4B-A7B8-81C02D037D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5955030"/>
            <a:ext cx="5943600" cy="3520440"/>
          </a:xfrm>
          <a:prstGeom prst="rect">
            <a:avLst/>
          </a:prstGeom>
        </p:spPr>
      </p:pic>
      <p:sp>
        <p:nvSpPr>
          <p:cNvPr id="15" name="Text 7">
            <a:extLst>
              <a:ext uri="{FF2B5EF4-FFF2-40B4-BE49-F238E27FC236}">
                <a16:creationId xmlns:a16="http://schemas.microsoft.com/office/drawing/2014/main" id="{0022B162-B509-4EDE-8412-F43A503767C6}"/>
              </a:ext>
            </a:extLst>
          </p:cNvPr>
          <p:cNvSpPr/>
          <p:nvPr/>
        </p:nvSpPr>
        <p:spPr>
          <a:xfrm>
            <a:off x="-1210412" y="533781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6"/>
              </a:rPr>
              <a:t>Attention Is All You Need</a:t>
            </a:r>
            <a:b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6"/>
              </a:rPr>
            </a:b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6"/>
              </a:rPr>
              <a:t>(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6"/>
              </a:rPr>
              <a:t>абсолютного позиционного кодирования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6"/>
              </a:rPr>
              <a:t>)</a:t>
            </a:r>
            <a:b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6"/>
              </a:rPr>
            </a:b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6"/>
              </a:rPr>
              <a:t> (</a:t>
            </a: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6"/>
              </a:rPr>
              <a:t>Absolute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6"/>
              </a:rPr>
              <a:t> </a:t>
            </a: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6"/>
              </a:rPr>
              <a:t>Positional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6"/>
              </a:rPr>
              <a:t> </a:t>
            </a: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6"/>
              </a:rPr>
              <a:t>Encoding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6"/>
              </a:rPr>
              <a:t>)</a:t>
            </a:r>
            <a:endParaRPr lang="en-US" sz="10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1C32C36B-1735-4EF6-ADB2-2C810DFB6255}"/>
              </a:ext>
            </a:extLst>
          </p:cNvPr>
          <p:cNvSpPr/>
          <p:nvPr/>
        </p:nvSpPr>
        <p:spPr>
          <a:xfrm>
            <a:off x="3429000" y="5421630"/>
            <a:ext cx="3308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hlinkClick r:id="rId7"/>
              </a:rPr>
              <a:t>Self-Attention with Relative Position Representations</a:t>
            </a:r>
            <a:br>
              <a:rPr lang="en-US" sz="1000" dirty="0">
                <a:hlinkClick r:id="rId7"/>
              </a:rPr>
            </a:br>
            <a:r>
              <a:rPr lang="en-US" sz="1000" dirty="0">
                <a:hlinkClick r:id="rId7"/>
              </a:rPr>
              <a:t>(</a:t>
            </a:r>
            <a:r>
              <a:rPr lang="ru-RU" sz="1000" dirty="0">
                <a:hlinkClick r:id="rId7"/>
              </a:rPr>
              <a:t>Метод относительного позиционированного кодирования</a:t>
            </a:r>
            <a:r>
              <a:rPr lang="en-US" sz="1000" dirty="0">
                <a:hlinkClick r:id="rId7"/>
              </a:rPr>
              <a:t>)</a:t>
            </a:r>
            <a:br>
              <a:rPr lang="en-US" sz="1000" dirty="0">
                <a:hlinkClick r:id="rId7"/>
              </a:rPr>
            </a:br>
            <a:r>
              <a:rPr lang="ru-RU" sz="1000" dirty="0">
                <a:hlinkClick r:id="rId7"/>
              </a:rPr>
              <a:t>(</a:t>
            </a:r>
            <a:r>
              <a:rPr lang="ru-RU" sz="1000" dirty="0" err="1">
                <a:hlinkClick r:id="rId7"/>
              </a:rPr>
              <a:t>Relative</a:t>
            </a:r>
            <a:r>
              <a:rPr lang="ru-RU" sz="1000" dirty="0">
                <a:hlinkClick r:id="rId7"/>
              </a:rPr>
              <a:t> </a:t>
            </a:r>
            <a:r>
              <a:rPr lang="ru-RU" sz="1000" dirty="0" err="1">
                <a:hlinkClick r:id="rId7"/>
              </a:rPr>
              <a:t>Position</a:t>
            </a:r>
            <a:r>
              <a:rPr lang="ru-RU" sz="1000" dirty="0">
                <a:hlinkClick r:id="rId7"/>
              </a:rPr>
              <a:t> </a:t>
            </a:r>
            <a:r>
              <a:rPr lang="ru-RU" sz="1000" dirty="0" err="1">
                <a:hlinkClick r:id="rId7"/>
              </a:rPr>
              <a:t>Encoding</a:t>
            </a:r>
            <a:r>
              <a:rPr lang="en-US" sz="1000" dirty="0">
                <a:hlinkClick r:id="rId7"/>
              </a:rPr>
              <a:t>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8745293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1031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генерации текста в LLM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797169"/>
            <a:ext cx="2011680" cy="498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Как тогда задаётся позиционирование?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376289"/>
            <a:ext cx="2011680" cy="2967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Различают 2 метода задания позиционирования. </a:t>
            </a: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ru-RU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этим методам относятся методы “Абсолютного позиционированного кодирования” и “Относительного позиционированного кодирования”.</a:t>
            </a: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Прочесть статьи можно по ссылке под изображением</a:t>
            </a: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1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8A4CA2-E305-4238-BDA3-4EA22417ED64}"/>
              </a:ext>
            </a:extLst>
          </p:cNvPr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0"/>
                    </a14:imgEffect>
                    <a14:imgEffect>
                      <a14:saturation sat="400000"/>
                    </a14:imgEffect>
                    <a14:imgEffect>
                      <a14:brightnessContrast bright="-92000" contrast="-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91540"/>
            <a:ext cx="5943600" cy="352044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>
              <a:schemeClr val="accent1">
                <a:alpha val="40000"/>
              </a:schemeClr>
            </a:glow>
            <a:softEdge rad="25400"/>
          </a:effectLst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6779D131-37DF-41FF-8778-697644A36D02}"/>
              </a:ext>
            </a:extLst>
          </p:cNvPr>
          <p:cNvSpPr/>
          <p:nvPr/>
        </p:nvSpPr>
        <p:spPr>
          <a:xfrm>
            <a:off x="609600" y="527304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Токенизатор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GPT-5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8018ED6-97E3-4619-9D63-A37AC4F2081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891540"/>
            <a:ext cx="2715056" cy="3520440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/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97E5EE4-2C85-45C7-90C2-ACEB8010607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1464" y="891540"/>
            <a:ext cx="2715056" cy="3544729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/>
        </p:spPr>
      </p:pic>
      <p:sp>
        <p:nvSpPr>
          <p:cNvPr id="13" name="Text 7">
            <a:extLst>
              <a:ext uri="{FF2B5EF4-FFF2-40B4-BE49-F238E27FC236}">
                <a16:creationId xmlns:a16="http://schemas.microsoft.com/office/drawing/2014/main" id="{79FFBAFF-3A36-474D-BCF5-F52869F037B0}"/>
              </a:ext>
            </a:extLst>
          </p:cNvPr>
          <p:cNvSpPr/>
          <p:nvPr/>
        </p:nvSpPr>
        <p:spPr>
          <a:xfrm>
            <a:off x="-1210412" y="456057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7"/>
              </a:rPr>
              <a:t>Attention Is All You Need</a:t>
            </a:r>
            <a:b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7"/>
              </a:rPr>
            </a:b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7"/>
              </a:rPr>
              <a:t>(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7"/>
              </a:rPr>
              <a:t>абсолютного позиционного кодирования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7"/>
              </a:rPr>
              <a:t>)</a:t>
            </a:r>
            <a:b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7"/>
              </a:rPr>
            </a:b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7"/>
              </a:rPr>
              <a:t> (</a:t>
            </a: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7"/>
              </a:rPr>
              <a:t>Absolute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7"/>
              </a:rPr>
              <a:t> </a:t>
            </a: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7"/>
              </a:rPr>
              <a:t>Positional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7"/>
              </a:rPr>
              <a:t> </a:t>
            </a: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7"/>
              </a:rPr>
              <a:t>Encoding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7"/>
              </a:rPr>
              <a:t>)</a:t>
            </a:r>
            <a:endParaRPr lang="en-US" sz="10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7FDB7200-9AFA-4879-A462-05F694B7EDEB}"/>
              </a:ext>
            </a:extLst>
          </p:cNvPr>
          <p:cNvSpPr/>
          <p:nvPr/>
        </p:nvSpPr>
        <p:spPr>
          <a:xfrm>
            <a:off x="3429000" y="4644390"/>
            <a:ext cx="3308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hlinkClick r:id="rId8"/>
              </a:rPr>
              <a:t>Self-Attention with Relative Position Representations</a:t>
            </a:r>
            <a:br>
              <a:rPr lang="en-US" sz="1000" dirty="0">
                <a:hlinkClick r:id="rId8"/>
              </a:rPr>
            </a:br>
            <a:r>
              <a:rPr lang="en-US" sz="1000" dirty="0">
                <a:hlinkClick r:id="rId8"/>
              </a:rPr>
              <a:t>(</a:t>
            </a:r>
            <a:r>
              <a:rPr lang="ru-RU" sz="1000" dirty="0">
                <a:hlinkClick r:id="rId8"/>
              </a:rPr>
              <a:t>Метод относительного позиционированного кодирования</a:t>
            </a:r>
            <a:r>
              <a:rPr lang="en-US" sz="1000" dirty="0">
                <a:hlinkClick r:id="rId8"/>
              </a:rPr>
              <a:t>)</a:t>
            </a:r>
            <a:br>
              <a:rPr lang="en-US" sz="1000" dirty="0">
                <a:hlinkClick r:id="rId8"/>
              </a:rPr>
            </a:br>
            <a:r>
              <a:rPr lang="ru-RU" sz="1000" dirty="0">
                <a:hlinkClick r:id="rId8"/>
              </a:rPr>
              <a:t>(</a:t>
            </a:r>
            <a:r>
              <a:rPr lang="ru-RU" sz="1000" dirty="0" err="1">
                <a:hlinkClick r:id="rId8"/>
              </a:rPr>
              <a:t>Relative</a:t>
            </a:r>
            <a:r>
              <a:rPr lang="ru-RU" sz="1000" dirty="0">
                <a:hlinkClick r:id="rId8"/>
              </a:rPr>
              <a:t> </a:t>
            </a:r>
            <a:r>
              <a:rPr lang="ru-RU" sz="1000" dirty="0" err="1">
                <a:hlinkClick r:id="rId8"/>
              </a:rPr>
              <a:t>Position</a:t>
            </a:r>
            <a:r>
              <a:rPr lang="ru-RU" sz="1000" dirty="0">
                <a:hlinkClick r:id="rId8"/>
              </a:rPr>
              <a:t> </a:t>
            </a:r>
            <a:r>
              <a:rPr lang="ru-RU" sz="1000" dirty="0" err="1">
                <a:hlinkClick r:id="rId8"/>
              </a:rPr>
              <a:t>Encoding</a:t>
            </a:r>
            <a:r>
              <a:rPr lang="en-US" sz="1000" dirty="0">
                <a:hlinkClick r:id="rId8"/>
              </a:rPr>
              <a:t>)</a:t>
            </a:r>
            <a:endParaRPr lang="en-US" sz="10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1B4ABDF2-1CBF-4EDE-85F3-F1EB71E4F604}"/>
              </a:ext>
            </a:extLst>
          </p:cNvPr>
          <p:cNvSpPr/>
          <p:nvPr/>
        </p:nvSpPr>
        <p:spPr>
          <a:xfrm>
            <a:off x="609600" y="528447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Преобразование предложений в тензоры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Wk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(Key),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Wq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(Query), Wv(Value).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288913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1031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генерации текста в LLM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797169"/>
            <a:ext cx="2011680" cy="498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Механизм разложения слов в </a:t>
            </a:r>
            <a:r>
              <a:rPr lang="ru-RU" sz="1300" b="1" dirty="0" err="1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эмбединги</a:t>
            </a:r>
            <a:r>
              <a:rPr lang="ru-RU" sz="1300" b="1" dirty="0">
                <a:solidFill>
                  <a:schemeClr val="bg1"/>
                </a:solidFill>
                <a:latin typeface="Calibri" pitchFamily="34" charset="0"/>
                <a:cs typeface="Calibri" pitchFamily="34" charset="-120"/>
              </a:rPr>
              <a:t>?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376289"/>
            <a:ext cx="2011680" cy="2967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этого слова разделяются на 3 тензора. Под названием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Wq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),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Wv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Тензоры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Wv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постоянны. Потому их сохраняют в памяти в виде KV.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Wq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относится только к генерируемому токену, а потому не входит. Далее применяют формулу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Dot-Product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механзма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внимания.</a:t>
            </a: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1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779D131-37DF-41FF-8778-697644A36D02}"/>
              </a:ext>
            </a:extLst>
          </p:cNvPr>
          <p:cNvSpPr/>
          <p:nvPr/>
        </p:nvSpPr>
        <p:spPr>
          <a:xfrm>
            <a:off x="609600" y="453009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Преобразование предложений в тензоры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Wk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(Key),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Wq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(Query), Wv(Value).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79FFBAFF-3A36-474D-BCF5-F52869F037B0}"/>
              </a:ext>
            </a:extLst>
          </p:cNvPr>
          <p:cNvSpPr/>
          <p:nvPr/>
        </p:nvSpPr>
        <p:spPr>
          <a:xfrm>
            <a:off x="-1210412" y="658749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Attention Is All You Need</a:t>
            </a:r>
            <a:b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</a:b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(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абсолютного позиционного кодирования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)</a:t>
            </a:r>
            <a:b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</a:b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 (</a:t>
            </a: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Absolute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 </a:t>
            </a: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Positional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 </a:t>
            </a: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Encoding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)</a:t>
            </a:r>
            <a:endParaRPr lang="en-US" sz="10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7FDB7200-9AFA-4879-A462-05F694B7EDEB}"/>
              </a:ext>
            </a:extLst>
          </p:cNvPr>
          <p:cNvSpPr/>
          <p:nvPr/>
        </p:nvSpPr>
        <p:spPr>
          <a:xfrm>
            <a:off x="3429000" y="6671310"/>
            <a:ext cx="3308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hlinkClick r:id="rId4"/>
              </a:rPr>
              <a:t>Self-Attention with Relative Position Representations</a:t>
            </a:r>
            <a:br>
              <a:rPr lang="en-US" sz="1000" dirty="0">
                <a:hlinkClick r:id="rId4"/>
              </a:rPr>
            </a:br>
            <a:r>
              <a:rPr lang="en-US" sz="1000" dirty="0">
                <a:hlinkClick r:id="rId4"/>
              </a:rPr>
              <a:t>(</a:t>
            </a:r>
            <a:r>
              <a:rPr lang="ru-RU" sz="1000" dirty="0">
                <a:hlinkClick r:id="rId4"/>
              </a:rPr>
              <a:t>Метод относительного позиционированного кодирования</a:t>
            </a:r>
            <a:r>
              <a:rPr lang="en-US" sz="1000" dirty="0">
                <a:hlinkClick r:id="rId4"/>
              </a:rPr>
              <a:t>)</a:t>
            </a:r>
            <a:br>
              <a:rPr lang="en-US" sz="1000" dirty="0">
                <a:hlinkClick r:id="rId4"/>
              </a:rPr>
            </a:br>
            <a:r>
              <a:rPr lang="ru-RU" sz="1000" dirty="0">
                <a:hlinkClick r:id="rId4"/>
              </a:rPr>
              <a:t>(</a:t>
            </a:r>
            <a:r>
              <a:rPr lang="ru-RU" sz="1000" dirty="0" err="1">
                <a:hlinkClick r:id="rId4"/>
              </a:rPr>
              <a:t>Relative</a:t>
            </a:r>
            <a:r>
              <a:rPr lang="ru-RU" sz="1000" dirty="0">
                <a:hlinkClick r:id="rId4"/>
              </a:rPr>
              <a:t> </a:t>
            </a:r>
            <a:r>
              <a:rPr lang="ru-RU" sz="1000" dirty="0" err="1">
                <a:hlinkClick r:id="rId4"/>
              </a:rPr>
              <a:t>Position</a:t>
            </a:r>
            <a:r>
              <a:rPr lang="ru-RU" sz="1000" dirty="0">
                <a:hlinkClick r:id="rId4"/>
              </a:rPr>
              <a:t> </a:t>
            </a:r>
            <a:r>
              <a:rPr lang="ru-RU" sz="1000" dirty="0" err="1">
                <a:hlinkClick r:id="rId4"/>
              </a:rPr>
              <a:t>Encoding</a:t>
            </a:r>
            <a:r>
              <a:rPr lang="en-US" sz="1000" dirty="0">
                <a:hlinkClick r:id="rId4"/>
              </a:rPr>
              <a:t>)</a:t>
            </a:r>
            <a:endParaRPr lang="en-US" sz="1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ABE525C-12E6-44EE-9438-6E4B857D3DEA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904875"/>
            <a:ext cx="5989320" cy="3520440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/>
        </p:spPr>
      </p:pic>
      <p:sp>
        <p:nvSpPr>
          <p:cNvPr id="16" name="Text 7">
            <a:extLst>
              <a:ext uri="{FF2B5EF4-FFF2-40B4-BE49-F238E27FC236}">
                <a16:creationId xmlns:a16="http://schemas.microsoft.com/office/drawing/2014/main" id="{29AB8FEE-448A-443B-B99A-0216B5AC74FE}"/>
              </a:ext>
            </a:extLst>
          </p:cNvPr>
          <p:cNvSpPr/>
          <p:nvPr/>
        </p:nvSpPr>
        <p:spPr>
          <a:xfrm>
            <a:off x="609600" y="5393055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Преобразование предложений в тензоры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Wk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(Key),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Wq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(Query), Wv(Value).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8024757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1031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генерации текста в LLM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726831"/>
            <a:ext cx="2011680" cy="498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r>
              <a:rPr lang="ru-RU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376289"/>
            <a:ext cx="2011680" cy="296711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ru-RU" sz="11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 в современности создают множество параллельных вычислений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Scaled Dot-Product Attention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порождая кучу параллельно работающих голов внимания (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Multi-Head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Attention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 </a:t>
            </a: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выходе получается массив, где каждая голова создаёт для будущего слова свои численные представления, они конкатенируются и проходят через тензор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объединения информации из голов внимания.</a:t>
            </a: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100" dirty="0"/>
          </a:p>
        </p:txBody>
      </p:sp>
      <p:sp>
        <p:nvSpPr>
          <p:cNvPr id="12" name="Text 7">
            <a:extLst>
              <a:ext uri="{FF2B5EF4-FFF2-40B4-BE49-F238E27FC236}">
                <a16:creationId xmlns:a16="http://schemas.microsoft.com/office/drawing/2014/main" id="{6779D131-37DF-41FF-8778-697644A36D02}"/>
              </a:ext>
            </a:extLst>
          </p:cNvPr>
          <p:cNvSpPr/>
          <p:nvPr/>
        </p:nvSpPr>
        <p:spPr>
          <a:xfrm>
            <a:off x="609600" y="5393055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Преобразование предложений в тензоры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Wk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(Key), </a:t>
            </a: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Wq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(Query), Wv(Value).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0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79FFBAFF-3A36-474D-BCF5-F52869F037B0}"/>
              </a:ext>
            </a:extLst>
          </p:cNvPr>
          <p:cNvSpPr/>
          <p:nvPr/>
        </p:nvSpPr>
        <p:spPr>
          <a:xfrm>
            <a:off x="-1210412" y="658749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Attention Is All You Need</a:t>
            </a:r>
            <a:b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</a:b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(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абсолютного позиционного кодирования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)</a:t>
            </a:r>
            <a:b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</a:b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 (</a:t>
            </a: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Absolute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 </a:t>
            </a: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Positional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 </a:t>
            </a:r>
            <a:r>
              <a:rPr lang="ru-RU" sz="1000" dirty="0" err="1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Encoding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  <a:hlinkClick r:id="rId3"/>
              </a:rPr>
              <a:t>)</a:t>
            </a:r>
            <a:endParaRPr lang="en-US" sz="1000" dirty="0"/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7FDB7200-9AFA-4879-A462-05F694B7EDEB}"/>
              </a:ext>
            </a:extLst>
          </p:cNvPr>
          <p:cNvSpPr/>
          <p:nvPr/>
        </p:nvSpPr>
        <p:spPr>
          <a:xfrm>
            <a:off x="3429000" y="6671310"/>
            <a:ext cx="3308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hlinkClick r:id="rId4"/>
              </a:rPr>
              <a:t>Self-Attention with Relative Position Representations</a:t>
            </a:r>
            <a:br>
              <a:rPr lang="en-US" sz="1000" dirty="0">
                <a:hlinkClick r:id="rId4"/>
              </a:rPr>
            </a:br>
            <a:r>
              <a:rPr lang="en-US" sz="1000" dirty="0">
                <a:hlinkClick r:id="rId4"/>
              </a:rPr>
              <a:t>(</a:t>
            </a:r>
            <a:r>
              <a:rPr lang="ru-RU" sz="1000" dirty="0">
                <a:hlinkClick r:id="rId4"/>
              </a:rPr>
              <a:t>Метод относительного позиционированного кодирования</a:t>
            </a:r>
            <a:r>
              <a:rPr lang="en-US" sz="1000" dirty="0">
                <a:hlinkClick r:id="rId4"/>
              </a:rPr>
              <a:t>)</a:t>
            </a:r>
            <a:br>
              <a:rPr lang="en-US" sz="1000" dirty="0">
                <a:hlinkClick r:id="rId4"/>
              </a:rPr>
            </a:br>
            <a:r>
              <a:rPr lang="ru-RU" sz="1000" dirty="0">
                <a:hlinkClick r:id="rId4"/>
              </a:rPr>
              <a:t>(</a:t>
            </a:r>
            <a:r>
              <a:rPr lang="ru-RU" sz="1000" dirty="0" err="1">
                <a:hlinkClick r:id="rId4"/>
              </a:rPr>
              <a:t>Relative</a:t>
            </a:r>
            <a:r>
              <a:rPr lang="ru-RU" sz="1000" dirty="0">
                <a:hlinkClick r:id="rId4"/>
              </a:rPr>
              <a:t> </a:t>
            </a:r>
            <a:r>
              <a:rPr lang="ru-RU" sz="1000" dirty="0" err="1">
                <a:hlinkClick r:id="rId4"/>
              </a:rPr>
              <a:t>Position</a:t>
            </a:r>
            <a:r>
              <a:rPr lang="ru-RU" sz="1000" dirty="0">
                <a:hlinkClick r:id="rId4"/>
              </a:rPr>
              <a:t> </a:t>
            </a:r>
            <a:r>
              <a:rPr lang="ru-RU" sz="1000" dirty="0" err="1">
                <a:hlinkClick r:id="rId4"/>
              </a:rPr>
              <a:t>Encoding</a:t>
            </a:r>
            <a:r>
              <a:rPr lang="en-US" sz="1000" dirty="0">
                <a:hlinkClick r:id="rId4"/>
              </a:rPr>
              <a:t>)</a:t>
            </a: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3253874-8ACC-45C3-9189-D4CBF1FF2BA1}"/>
              </a:ext>
            </a:extLst>
          </p:cNvPr>
          <p:cNvPicPr/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100000"/>
                    </a14:imgEffect>
                    <a14:imgEffect>
                      <a14:brightnessContrast contrast="-54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64820" y="904874"/>
            <a:ext cx="5989320" cy="3520439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/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34F9D0D-6FB7-4656-AD67-4D2AF205DE65}"/>
              </a:ext>
            </a:extLst>
          </p:cNvPr>
          <p:cNvPicPr/>
          <p:nvPr/>
        </p:nvPicPr>
        <p:blipFill>
          <a:blip r:embed="rId7"/>
          <a:stretch>
            <a:fillRect/>
          </a:stretch>
        </p:blipFill>
        <p:spPr>
          <a:xfrm>
            <a:off x="2448560" y="1036955"/>
            <a:ext cx="3134360" cy="516890"/>
          </a:xfrm>
          <a:prstGeom prst="rect">
            <a:avLst/>
          </a:prstGeom>
        </p:spPr>
      </p:pic>
      <p:sp>
        <p:nvSpPr>
          <p:cNvPr id="20" name="Text 7">
            <a:extLst>
              <a:ext uri="{FF2B5EF4-FFF2-40B4-BE49-F238E27FC236}">
                <a16:creationId xmlns:a16="http://schemas.microsoft.com/office/drawing/2014/main" id="{511A0879-693C-4457-A1C0-E685F906A070}"/>
              </a:ext>
            </a:extLst>
          </p:cNvPr>
          <p:cNvSpPr/>
          <p:nvPr/>
        </p:nvSpPr>
        <p:spPr>
          <a:xfrm>
            <a:off x="609600" y="4576762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Работа одной головы внимания</a:t>
            </a:r>
            <a:endParaRPr lang="en-US" sz="1000" dirty="0"/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C103D822-766A-43D0-BEFA-B505FBEB95CD}"/>
              </a:ext>
            </a:extLst>
          </p:cNvPr>
          <p:cNvSpPr/>
          <p:nvPr/>
        </p:nvSpPr>
        <p:spPr>
          <a:xfrm>
            <a:off x="609600" y="5180647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Feedforward Neural Network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38380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1031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генерации текста в LLM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887876"/>
            <a:ext cx="2011680" cy="498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Обработка данных после голов внимания в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FFN 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709663"/>
            <a:ext cx="2011680" cy="1968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токен пересчитывается и после проходит через небольшую нейронную сеть прямого распространения (FFN)</a:t>
            </a: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b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Прямая нейронная сеть) — это простейший тип искусственных нейронных сетей, где информация движется только в одном направлении: от входов, через скрытые слои, к выходам</a:t>
            </a:r>
            <a:endParaRPr lang="en-US" sz="11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511A0879-693C-4457-A1C0-E685F906A070}"/>
              </a:ext>
            </a:extLst>
          </p:cNvPr>
          <p:cNvSpPr/>
          <p:nvPr/>
        </p:nvSpPr>
        <p:spPr>
          <a:xfrm>
            <a:off x="609600" y="5721029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Работа одной головы внимания</a:t>
            </a:r>
            <a:endParaRPr lang="en-US" sz="10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44DF3A83-60AD-40ED-B647-C9BF400C92C0}"/>
              </a:ext>
            </a:extLst>
          </p:cNvPr>
          <p:cNvSpPr/>
          <p:nvPr/>
        </p:nvSpPr>
        <p:spPr>
          <a:xfrm>
            <a:off x="609600" y="456247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Feedforward Neural Network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DFE7C-341D-41C5-B8CC-41CE0F1750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82980"/>
            <a:ext cx="5989321" cy="3442332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/>
        </p:spPr>
      </p:pic>
    </p:spTree>
    <p:extLst>
      <p:ext uri="{BB962C8B-B14F-4D97-AF65-F5344CB8AC3E}">
        <p14:creationId xmlns:p14="http://schemas.microsoft.com/office/powerpoint/2010/main" val="41035212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1031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Механизм генерации текста в LLM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887876"/>
            <a:ext cx="2011680" cy="4982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Конец генерации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709663"/>
            <a:ext cx="2011680" cy="1968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Значение выхода проецируется на словарь и </a:t>
            </a:r>
            <a:r>
              <a:rPr lang="ru-RU" sz="1100" dirty="0" err="1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тгде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больше проекция, тот результат и вероятнее</a:t>
            </a:r>
            <a:endParaRPr lang="en-US" sz="11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511A0879-693C-4457-A1C0-E685F906A070}"/>
              </a:ext>
            </a:extLst>
          </p:cNvPr>
          <p:cNvSpPr/>
          <p:nvPr/>
        </p:nvSpPr>
        <p:spPr>
          <a:xfrm>
            <a:off x="609600" y="5721029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Работа одной головы внимания</a:t>
            </a:r>
            <a:endParaRPr lang="en-US" sz="1000" dirty="0"/>
          </a:p>
        </p:txBody>
      </p:sp>
      <p:sp>
        <p:nvSpPr>
          <p:cNvPr id="15" name="Text 7">
            <a:extLst>
              <a:ext uri="{FF2B5EF4-FFF2-40B4-BE49-F238E27FC236}">
                <a16:creationId xmlns:a16="http://schemas.microsoft.com/office/drawing/2014/main" id="{44DF3A83-60AD-40ED-B647-C9BF400C92C0}"/>
              </a:ext>
            </a:extLst>
          </p:cNvPr>
          <p:cNvSpPr/>
          <p:nvPr/>
        </p:nvSpPr>
        <p:spPr>
          <a:xfrm>
            <a:off x="609600" y="4562474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Feedforward Neural Network</a:t>
            </a:r>
            <a:endParaRPr lang="en-US" sz="1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0DFE7C-341D-41C5-B8CC-41CE0F1750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57200" y="982980"/>
            <a:ext cx="5989321" cy="3442332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/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B0E60E-F8D1-4E13-A53D-356FF6270A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254015"/>
            <a:ext cx="5994000" cy="2866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34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Abs val="30"/>
                                  </p:iterate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1030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 И АКТУАЛЬНОСТЬ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Нейросети начинают куда медленней думать с ростом контекста, но почему так?</a:t>
            </a:r>
            <a:br>
              <a:rPr lang="ru-RU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ru-RU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Пригодна ли локальная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r>
              <a:rPr lang="ru-RU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работы?</a:t>
            </a:r>
          </a:p>
          <a:p>
            <a:pPr marL="0" indent="0">
              <a:buNone/>
            </a:pPr>
            <a:r>
              <a:rPr lang="ru-RU" sz="1300" dirty="0">
                <a:solidFill>
                  <a:srgbClr val="1E293B"/>
                </a:solidFill>
                <a:latin typeface="Calibri" pitchFamily="34" charset="0"/>
                <a:cs typeface="Calibri" pitchFamily="34" charset="-120"/>
              </a:rPr>
              <a:t>Будет ли большая языковая модель лучше думать при большом тексте, или будет деградация нейронной сети?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402336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Цель исследования</a:t>
            </a:r>
            <a:endParaRPr lang="en-US" sz="15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Text 7"/>
          <p:cNvSpPr/>
          <p:nvPr/>
        </p:nvSpPr>
        <p:spPr>
          <a:xfrm>
            <a:off x="5029200" y="1463040"/>
            <a:ext cx="365760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Экспериментально измерить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ru-RU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корост</a:t>
            </a:r>
            <a:r>
              <a:rPr lang="ru-RU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генерации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текста</a:t>
            </a:r>
            <a:r>
              <a:rPr lang="ru-RU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  <a:p>
            <a:pPr marL="342900" indent="-342900">
              <a:buFont typeface="+mj-lt"/>
              <a:buAutoNum type="arabicPeriod"/>
            </a:pPr>
            <a:r>
              <a:rPr lang="ru-RU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ответов.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длины контекста на модели Qwen3-Coder-Next.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МЕТОДОЛОГИЯ: СБОР И НАСТРОЙКА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374904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91440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и инструменты</a:t>
            </a:r>
            <a:endParaRPr lang="en-US" sz="1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47472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Qwen3-Coder-Next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Библиотека: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llama.cpp (C++)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Задача: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восстановление недостающего фрагмента кода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Контекстное окно: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65 536 токенов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Батч: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65 536 токенов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потоки: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12, GPU слоёв: 4 из 48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Температура: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0.6, штраф повторений: 1.05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12345 (воспроизводимость)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Макс. длина ответа: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512 токенов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89120" y="822960"/>
            <a:ext cx="448056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0" y="9144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Собираемые метрики</a:t>
            </a:r>
            <a:endParaRPr lang="en-US" sz="14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0" y="1417320"/>
            <a:ext cx="41148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63440" y="1417320"/>
            <a:ext cx="1051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Время</a:t>
            </a:r>
            <a:endParaRPr lang="en-US" sz="1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1" name="Text 9"/>
          <p:cNvSpPr/>
          <p:nvPr/>
        </p:nvSpPr>
        <p:spPr>
          <a:xfrm>
            <a:off x="5742432" y="141732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обработки входа, генерации, сэмплирования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0" y="2057400"/>
            <a:ext cx="41148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2057400"/>
            <a:ext cx="1051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KV-</a:t>
            </a:r>
            <a:r>
              <a:rPr lang="en-US" sz="1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кэш</a:t>
            </a:r>
            <a:endParaRPr lang="en-US" sz="1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Text 12"/>
          <p:cNvSpPr/>
          <p:nvPr/>
        </p:nvSpPr>
        <p:spPr>
          <a:xfrm>
            <a:off x="5742432" y="205740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число ячеек, занятых, замаскированных, коэф. заполнения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0" y="2697480"/>
            <a:ext cx="41148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697480"/>
            <a:ext cx="1051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Уверенность</a:t>
            </a:r>
            <a:endParaRPr lang="en-US" sz="1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7" name="Text 15"/>
          <p:cNvSpPr/>
          <p:nvPr/>
        </p:nvSpPr>
        <p:spPr>
          <a:xfrm>
            <a:off x="5742432" y="269748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ероятност</a:t>
            </a:r>
            <a:r>
              <a:rPr lang="ru-RU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слов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энтропия (</a:t>
            </a:r>
            <a:r>
              <a:rPr lang="en-US" sz="11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бит</a:t>
            </a: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0" y="3337560"/>
            <a:ext cx="41148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3337560"/>
            <a:ext cx="1051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Токены</a:t>
            </a:r>
            <a:endParaRPr lang="en-US" sz="1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0" name="Text 18"/>
          <p:cNvSpPr/>
          <p:nvPr/>
        </p:nvSpPr>
        <p:spPr>
          <a:xfrm>
            <a:off x="5742432" y="333756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кол-во входных и сгенерированных токенов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3977640"/>
            <a:ext cx="4114800" cy="530352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63440" y="3977640"/>
            <a:ext cx="10515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</a:t>
            </a:r>
            <a:endParaRPr lang="en-US" sz="120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23" name="Text 21"/>
          <p:cNvSpPr/>
          <p:nvPr/>
        </p:nvSpPr>
        <p:spPr>
          <a:xfrm>
            <a:off x="5742432" y="3977640"/>
            <a:ext cx="28346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1031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ОТ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371600"/>
            <a:ext cx="2011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Большая языковая модель 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Qwen3-Coder-Next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даже без уточнений справляется с правильной генерацией текста опираясь только на окружающий контент, если эта генерация небольшая </a:t>
            </a:r>
            <a:endParaRPr lang="en-US" sz="11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4480560"/>
            <a:ext cx="2715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Восстановленный код от </a:t>
            </a:r>
            <a:br>
              <a:rPr lang="ru-R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контексту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288648-2049-447A-AB26-DA7FB362CD2E}"/>
              </a:ext>
            </a:extLst>
          </p:cNvPr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0"/>
                    </a14:imgEffect>
                    <a14:imgEffect>
                      <a14:saturation sat="400000"/>
                    </a14:imgEffect>
                    <a14:imgEffect>
                      <a14:brightnessContrast bright="-92000" contrast="-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91540"/>
            <a:ext cx="5943600" cy="352044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>
              <a:schemeClr val="accent1">
                <a:alpha val="40000"/>
              </a:schemeClr>
            </a:glow>
            <a:softEdge rad="25400"/>
          </a:effectLst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448B8F82-58AC-4B0F-9201-2B62A1AEEB85}"/>
              </a:ext>
            </a:extLst>
          </p:cNvPr>
          <p:cNvSpPr/>
          <p:nvPr/>
        </p:nvSpPr>
        <p:spPr>
          <a:xfrm>
            <a:off x="3866288" y="4497402"/>
            <a:ext cx="2715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Правильная реализация этого кода</a:t>
            </a:r>
            <a:endParaRPr lang="en-US" sz="1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E3A6F4A-7F85-444B-A5DA-F71E22F7C911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729"/>
          <a:stretch/>
        </p:blipFill>
        <p:spPr>
          <a:xfrm>
            <a:off x="457200" y="838716"/>
            <a:ext cx="2316480" cy="3626087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/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C98C7DB4-02A7-484C-B039-5B5CA423E97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1053" t="-188" r="-324" b="188"/>
          <a:stretch/>
        </p:blipFill>
        <p:spPr>
          <a:xfrm>
            <a:off x="4084320" y="854473"/>
            <a:ext cx="2316480" cy="3626087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/>
        </p:spPr>
      </p:pic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978D1BC-628A-47B2-8136-66FCF1370066}"/>
              </a:ext>
            </a:extLst>
          </p:cNvPr>
          <p:cNvSpPr/>
          <p:nvPr/>
        </p:nvSpPr>
        <p:spPr>
          <a:xfrm>
            <a:off x="4104640" y="891541"/>
            <a:ext cx="1717040" cy="175260"/>
          </a:xfrm>
          <a:custGeom>
            <a:avLst/>
            <a:gdLst>
              <a:gd name="connsiteX0" fmla="*/ 0 w 1717040"/>
              <a:gd name="connsiteY0" fmla="*/ 120042 h 201323"/>
              <a:gd name="connsiteX1" fmla="*/ 944880 w 1717040"/>
              <a:gd name="connsiteY1" fmla="*/ 120042 h 201323"/>
              <a:gd name="connsiteX2" fmla="*/ 944880 w 1717040"/>
              <a:gd name="connsiteY2" fmla="*/ 201323 h 201323"/>
              <a:gd name="connsiteX3" fmla="*/ 0 w 1717040"/>
              <a:gd name="connsiteY3" fmla="*/ 201323 h 201323"/>
              <a:gd name="connsiteX4" fmla="*/ 0 w 1717040"/>
              <a:gd name="connsiteY4" fmla="*/ 0 h 201323"/>
              <a:gd name="connsiteX5" fmla="*/ 1717040 w 1717040"/>
              <a:gd name="connsiteY5" fmla="*/ 0 h 201323"/>
              <a:gd name="connsiteX6" fmla="*/ 1717040 w 1717040"/>
              <a:gd name="connsiteY6" fmla="*/ 115901 h 201323"/>
              <a:gd name="connsiteX7" fmla="*/ 0 w 1717040"/>
              <a:gd name="connsiteY7" fmla="*/ 115901 h 201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17040" h="201323">
                <a:moveTo>
                  <a:pt x="0" y="120042"/>
                </a:moveTo>
                <a:lnTo>
                  <a:pt x="944880" y="120042"/>
                </a:lnTo>
                <a:lnTo>
                  <a:pt x="944880" y="201323"/>
                </a:lnTo>
                <a:lnTo>
                  <a:pt x="0" y="201323"/>
                </a:lnTo>
                <a:close/>
                <a:moveTo>
                  <a:pt x="0" y="0"/>
                </a:moveTo>
                <a:lnTo>
                  <a:pt x="1717040" y="0"/>
                </a:lnTo>
                <a:lnTo>
                  <a:pt x="1717040" y="115901"/>
                </a:lnTo>
                <a:lnTo>
                  <a:pt x="0" y="115901"/>
                </a:lnTo>
                <a:close/>
              </a:path>
            </a:pathLst>
          </a:cu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7746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1031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ГЕНЕРАЦИЯ ОТ </a:t>
            </a: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371600"/>
            <a:ext cx="2011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На большой генерации кода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Qwen3-Coder-Next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 стал давать неполные ответы. Пропуская какие то части кода.</a:t>
            </a:r>
            <a:endParaRPr lang="en-US" sz="1100" dirty="0">
              <a:solidFill>
                <a:srgbClr val="FFFFFF"/>
              </a:solidFill>
              <a:latin typeface="Calibri" pitchFamily="34" charset="0"/>
              <a:cs typeface="Calibri" pitchFamily="34" charset="-12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09600" y="4480560"/>
            <a:ext cx="2715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Восстановленный код от </a:t>
            </a:r>
            <a:br>
              <a:rPr lang="ru-R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</a:t>
            </a:r>
            <a:r>
              <a:rPr lang="ru-RU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 контексту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D288648-2049-447A-AB26-DA7FB362CD2E}"/>
              </a:ext>
            </a:extLst>
          </p:cNvPr>
          <p:cNvPicPr/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100000"/>
                    </a14:imgEffect>
                    <a14:imgEffect>
                      <a14:saturation sat="400000"/>
                    </a14:imgEffect>
                    <a14:imgEffect>
                      <a14:brightnessContrast bright="-92000" contrast="-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891540"/>
            <a:ext cx="5943600" cy="3520440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>
              <a:schemeClr val="accent1">
                <a:alpha val="40000"/>
              </a:schemeClr>
            </a:glow>
            <a:softEdge rad="25400"/>
          </a:effectLst>
        </p:spPr>
      </p:pic>
      <p:sp>
        <p:nvSpPr>
          <p:cNvPr id="14" name="Text 7">
            <a:extLst>
              <a:ext uri="{FF2B5EF4-FFF2-40B4-BE49-F238E27FC236}">
                <a16:creationId xmlns:a16="http://schemas.microsoft.com/office/drawing/2014/main" id="{448B8F82-58AC-4B0F-9201-2B62A1AEEB85}"/>
              </a:ext>
            </a:extLst>
          </p:cNvPr>
          <p:cNvSpPr/>
          <p:nvPr/>
        </p:nvSpPr>
        <p:spPr>
          <a:xfrm>
            <a:off x="3866288" y="4497402"/>
            <a:ext cx="27150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ru-RU" sz="1000" dirty="0">
                <a:solidFill>
                  <a:srgbClr val="64748B"/>
                </a:solidFill>
                <a:latin typeface="Calibri" pitchFamily="34" charset="0"/>
                <a:cs typeface="Calibri" pitchFamily="34" charset="-120"/>
              </a:rPr>
              <a:t>Правильная реализация этого кода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E252002-17D0-4A35-9A09-EE35A8F171EE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8895"/>
          <a:stretch/>
        </p:blipFill>
        <p:spPr>
          <a:xfrm>
            <a:off x="3866288" y="822960"/>
            <a:ext cx="2509261" cy="3589020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33C870ED-9183-47A7-B344-21410EAD5342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52823" r="-1"/>
          <a:stretch/>
        </p:blipFill>
        <p:spPr>
          <a:xfrm>
            <a:off x="457200" y="822960"/>
            <a:ext cx="2316480" cy="3589020"/>
          </a:xfrm>
          <a:prstGeom prst="rect">
            <a:avLst/>
          </a:prstGeom>
          <a:ln w="127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16428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1031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1: Прирост KV-кэша от длины промта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ln w="0"/>
                <a:solidFill>
                  <a:schemeClr val="bg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371600"/>
            <a:ext cx="2011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 зависимость: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Rост KV-кэша строго пропорционален длине промта.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позволяет использовать размер KV-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кэша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длины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контекста в дальнейшем анализе.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Прирост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ячеек KV-кэша от длины промта</a:t>
            </a:r>
            <a:endParaRPr lang="en-US" sz="1000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8DF9EAAB-579F-47F6-8881-A043758EEA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56330205"/>
              </p:ext>
            </p:extLst>
          </p:nvPr>
        </p:nvGraphicFramePr>
        <p:xfrm>
          <a:off x="457200" y="822960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2: KV-кэш → Время генерации ответа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300" b="1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371600"/>
            <a:ext cx="2011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контекста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даёт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рост времени генерации.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Причина: механизм само-внимания требует O(n²) операций — каждый новый токен взаимодействует со всеми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предыдущими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времени генерации от заполненности KV-кэша</a:t>
            </a:r>
            <a:endParaRPr lang="en-US" sz="1000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4ACEED81-7A7B-486E-BECA-4CB854A14FF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8364535"/>
              </p:ext>
            </p:extLst>
          </p:nvPr>
        </p:nvGraphicFramePr>
        <p:xfrm>
          <a:off x="365760" y="777240"/>
          <a:ext cx="6035040" cy="3703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3: Скорость генерации vs KV-кэш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371600"/>
            <a:ext cx="2011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ростом KV-кэша скорость генерации каждого токена (ток/с) падает.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п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одтверждает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что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больший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промт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потребует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больше математических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операций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ответа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зависимости скорости генерации текста от занятого KV-кэша</a:t>
            </a:r>
            <a:endParaRPr lang="en-US" sz="1000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DBBFAFF-97DC-4092-ACB6-F421AD7E2AD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82501207"/>
              </p:ext>
            </p:extLst>
          </p:nvPr>
        </p:nvGraphicFramePr>
        <p:xfrm>
          <a:off x="457200" y="822960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4: Размер маски KV-кэша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371600"/>
            <a:ext cx="2011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Наблюдается л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инейный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рост маски с ростом KV-кэша.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равномерно полагается на все части контекста —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забывания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 ранних токенов.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размера маски от размера KV-кэша</a:t>
            </a:r>
            <a:endParaRPr lang="en-US" sz="1000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B1E3C268-1E7E-4EF0-A81F-E3696BED8C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5688298"/>
              </p:ext>
            </p:extLst>
          </p:nvPr>
        </p:nvGraphicFramePr>
        <p:xfrm>
          <a:off x="457200" y="822960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5: Энтропия ответов от KV-кэша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371600"/>
            <a:ext cx="2011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Тренд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энтропии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положительный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Увеличение контекста вызвало увеличение в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разнообраз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 в генерируемых токенах, что показывает меньшую уверенность модели в своих ответах.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генерации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падает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вместе с </a:t>
            </a:r>
            <a:r>
              <a:rPr lang="en-US" sz="11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контекстом</a:t>
            </a: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так как программирование требует точных ответов от модели.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Зависимость</a:t>
            </a: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энтропии от KV-кэша</a:t>
            </a:r>
            <a:endParaRPr lang="en-US" sz="1000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E72414A6-FEF0-4F2C-8BB7-9A5788F3B5A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31743915"/>
              </p:ext>
            </p:extLst>
          </p:nvPr>
        </p:nvGraphicFramePr>
        <p:xfrm>
          <a:off x="457200" y="822960"/>
          <a:ext cx="59436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41031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6: Уверенность модели в первых 5 токенах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5943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675120" y="822960"/>
            <a:ext cx="2194560" cy="36576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0" y="9144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6766560" y="1371600"/>
            <a:ext cx="201168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Однако скопление вероятности на первых 5 токенах растёт. При ограничении вариации ответов модель способна давать уверенные ответы даже при росте энтропии.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Рисунок 8. Уверенность модели в первых 5 токенах от размера контекста</a:t>
            </a:r>
            <a:endParaRPr lang="en-US" sz="1000" dirty="0"/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783CCBE2-C4E5-4138-B2D7-69444F3ABC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46389839"/>
              </p:ext>
            </p:extLst>
          </p:nvPr>
        </p:nvGraphicFramePr>
        <p:xfrm>
          <a:off x="365760" y="822960"/>
          <a:ext cx="603504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СВОДКА РЕЗУЛЬТАТОВ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60"/>
            <a:ext cx="274320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38328" y="93268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KV-</a:t>
            </a:r>
            <a:r>
              <a:rPr lang="en-US" sz="1300" b="1" dirty="0" err="1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кэш</a:t>
            </a:r>
            <a:r>
              <a:rPr lang="en-US" sz="13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r>
              <a:rPr lang="en-US" sz="13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промт</a:t>
            </a:r>
            <a:endParaRPr lang="en-US"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7" name="Text 5"/>
          <p:cNvSpPr/>
          <p:nvPr/>
        </p:nvSpPr>
        <p:spPr>
          <a:xfrm>
            <a:off x="338328" y="138988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Линейная зависимость. KV-кэш = прокси длины контекста.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0" y="82296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822960"/>
            <a:ext cx="274320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93268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Время</a:t>
            </a:r>
            <a:r>
              <a:rPr lang="en-US" sz="13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b="1" dirty="0" err="1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генерации</a:t>
            </a:r>
            <a:r>
              <a:rPr lang="en-US" sz="13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3310128" y="138988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контекста увеличивает время генерации ответа.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82296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822960"/>
            <a:ext cx="274320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81928" y="93268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</a:t>
            </a:r>
            <a:r>
              <a:rPr lang="en-US" sz="13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3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генерации </a:t>
            </a:r>
            <a:r>
              <a:rPr lang="en-US" sz="1300" b="1" dirty="0" err="1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токенов</a:t>
            </a:r>
            <a:r>
              <a:rPr lang="en-US" sz="13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81928" y="138988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Скорость генерации каждого токена падает с ростом KV-кэша.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" y="288036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2880360"/>
            <a:ext cx="274320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" y="299008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ru-RU" sz="13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Количество маски в </a:t>
            </a:r>
            <a:r>
              <a:rPr lang="en-US" sz="13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KV-</a:t>
            </a:r>
            <a:r>
              <a:rPr lang="ru-RU" sz="1300" b="1" dirty="0" err="1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кэще</a:t>
            </a:r>
            <a:r>
              <a:rPr lang="ru-RU" sz="13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cs typeface="Calibri" pitchFamily="34" charset="-120"/>
              </a:rPr>
              <a:t> </a:t>
            </a:r>
            <a:endParaRPr lang="en-US"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19" name="Text 17"/>
          <p:cNvSpPr/>
          <p:nvPr/>
        </p:nvSpPr>
        <p:spPr>
          <a:xfrm>
            <a:off x="338328" y="344728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Маска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KV</a:t>
            </a:r>
            <a:r>
              <a:rPr lang="ru-R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-кэша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растёт линейно — </a:t>
            </a:r>
            <a:r>
              <a:rPr lang="ru-R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увеличение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потери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контекста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относительно его размера отсутствует.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200400" y="288036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0" y="2880360"/>
            <a:ext cx="274320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10128" y="299008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Энтропия</a:t>
            </a:r>
            <a:r>
              <a:rPr lang="en-US" sz="13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3" name="Text 21"/>
          <p:cNvSpPr/>
          <p:nvPr/>
        </p:nvSpPr>
        <p:spPr>
          <a:xfrm>
            <a:off x="3310128" y="344728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Больший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выше </a:t>
            </a:r>
            <a:r>
              <a:rPr lang="en-US" sz="1200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энтропия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лучше качество ответов.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172200" y="2880360"/>
            <a:ext cx="2743200" cy="1874520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172200" y="2880360"/>
            <a:ext cx="2743200" cy="54864"/>
          </a:xfrm>
          <a:prstGeom prst="rect">
            <a:avLst/>
          </a:prstGeom>
          <a:solidFill>
            <a:schemeClr val="accent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81928" y="2990088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 err="1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Уверенность</a:t>
            </a:r>
            <a:r>
              <a:rPr lang="en-US" sz="1300" b="1" dirty="0">
                <a:solidFill>
                  <a:schemeClr val="accent2">
                    <a:lumMod val="75000"/>
                  </a:scheme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7" name="Text 25"/>
          <p:cNvSpPr/>
          <p:nvPr/>
        </p:nvSpPr>
        <p:spPr>
          <a:xfrm>
            <a:off x="6281928" y="3447288"/>
            <a:ext cx="2514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Уверенность модели в первых токенах растёт с объёмом контекста.</a:t>
            </a:r>
            <a:endParaRPr lang="en-US" sz="1200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FF0000"/>
          </a:solidFill>
          <a:ln w="12700">
            <a:solidFill>
              <a:srgbClr val="C0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ru-RU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Заключение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228599" y="822959"/>
            <a:ext cx="8429171" cy="3778069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822959"/>
            <a:ext cx="8429170" cy="214811"/>
          </a:xfrm>
          <a:prstGeom prst="rect">
            <a:avLst/>
          </a:prstGeom>
          <a:solidFill>
            <a:schemeClr val="accent2"/>
          </a:solidFill>
          <a:ln w="12700">
            <a:noFill/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74929"/>
            <a:ext cx="8196072" cy="326644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ru-RU" sz="1200" dirty="0"/>
              <a:t>Проведено экспериментальное исследование зависимости скорости и качества генерации локальной LLM Qwen3-Coder-Next от размера контекста с использованием библиотеки llama.cpp.</a:t>
            </a:r>
          </a:p>
          <a:p>
            <a:endParaRPr lang="ru-RU" sz="1200" dirty="0"/>
          </a:p>
          <a:p>
            <a:endParaRPr lang="ru-RU" sz="1200" dirty="0"/>
          </a:p>
          <a:p>
            <a:endParaRPr lang="ru-RU" sz="1200" dirty="0"/>
          </a:p>
          <a:p>
            <a:r>
              <a:rPr lang="ru-RU" sz="1200" dirty="0"/>
              <a:t>Было установлено, что рост контекста улучшает качество ответов, что видно из скопления вероятности у первых символов, однако существенно снижает скорость генерации из-за квадратичной сложности механизма само-внимания.</a:t>
            </a:r>
          </a:p>
          <a:p>
            <a:r>
              <a:rPr lang="ru-RU" sz="1200" dirty="0"/>
              <a:t>Потери контекста в длинных последовательностях не обнаружено — маска KV-кэша растёт линейно.</a:t>
            </a:r>
            <a:br>
              <a:rPr lang="ru-RU" sz="1200" dirty="0"/>
            </a:br>
            <a:r>
              <a:rPr lang="ru-RU" sz="1200" dirty="0"/>
              <a:t>Локальные </a:t>
            </a:r>
            <a:r>
              <a:rPr lang="en-US" sz="1200" dirty="0"/>
              <a:t>LLM </a:t>
            </a:r>
            <a:r>
              <a:rPr lang="ru-RU" sz="1200" dirty="0"/>
              <a:t>модели как и облачные модели могут хорошо генерировать код и использоваться в повседневной жизни.</a:t>
            </a:r>
          </a:p>
          <a:p>
            <a:pPr marL="0" indent="0">
              <a:buNone/>
            </a:pP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737992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Orange Red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Parallax</Template>
  <TotalTime>341</TotalTime>
  <Words>1530</Words>
  <Application>Microsoft Office PowerPoint</Application>
  <PresentationFormat>On-screen Show (16:9)</PresentationFormat>
  <Paragraphs>198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времени и качества ответа локальной LLM от размера контекста</dc:title>
  <dc:subject>PptxGenJS Presentation</dc:subject>
  <dc:creator>PptxGenJS</dc:creator>
  <cp:lastModifiedBy>Administrator</cp:lastModifiedBy>
  <cp:revision>35</cp:revision>
  <dcterms:created xsi:type="dcterms:W3CDTF">2026-04-30T01:46:11Z</dcterms:created>
  <dcterms:modified xsi:type="dcterms:W3CDTF">2026-04-30T09:22:57Z</dcterms:modified>
</cp:coreProperties>
</file>